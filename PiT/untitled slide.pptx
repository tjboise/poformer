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  <p:sldId id="265" r:id="rId10"/>
    <p:sldId id="264" r:id="rId11"/>
    <p:sldId id="267" r:id="rId12"/>
    <p:sldId id="266" r:id="rId13"/>
  </p:sldIdLst>
  <p:sldSz cx="9144000" cy="6858000" type="screen4x3"/>
  <p:notesSz cx="6858000" cy="9144000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5"/>
  </p:normalViewPr>
  <p:slideViewPr>
    <p:cSldViewPr>
      <p:cViewPr varScale="1">
        <p:scale>
          <a:sx n="110" d="100"/>
          <a:sy n="110" d="100"/>
        </p:scale>
        <p:origin x="168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585A1-F13E-D843-A95F-249796EAE335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2EB38-4A4C-DD4B-9052-E92FC27AB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52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2EB38-4A4C-DD4B-9052-E92FC27ABB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56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2EB38-4A4C-DD4B-9052-E92FC27ABB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55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2EB38-4A4C-DD4B-9052-E92FC27ABB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75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 bwMode="auto">
          <a:xfrm>
            <a:off x="685800" y="2130424"/>
            <a:ext cx="7772400" cy="1470024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722313" y="4406899"/>
            <a:ext cx="77724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722313" y="2906712"/>
            <a:ext cx="77724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648199" y="1600200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535112"/>
            <a:ext cx="4040187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57200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4645024" y="1535112"/>
            <a:ext cx="4041774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4645024" y="2174874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457200" y="273049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>
          <a:xfrm>
            <a:off x="3575049" y="273049"/>
            <a:ext cx="5111749" cy="5853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099"/>
            <a:ext cx="3008313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1792287" y="4800600"/>
            <a:ext cx="5486400" cy="566737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图片占位符 2"/>
          <p:cNvSpPr>
            <a:spLocks noGrp="1"/>
          </p:cNvSpPr>
          <p:nvPr>
            <p:ph type="pic" idx="1"/>
          </p:nvPr>
        </p:nvSpPr>
        <p:spPr bwMode="auto">
          <a:xfrm>
            <a:off x="1792287" y="612774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1792287" y="5367337"/>
            <a:ext cx="54864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垂直排列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7"/>
            <a:ext cx="2057400" cy="5851524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7"/>
            <a:ext cx="6019799" cy="5851524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30820CF-B880-4189-942D-D702A7CBA730}" type="datetimeFigureOut">
              <a:rPr lang="en-US"/>
              <a:t>10/25/25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199" y="6356349"/>
            <a:ext cx="289559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199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jp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43.png"/><Relationship Id="rId18" Type="http://schemas.openxmlformats.org/officeDocument/2006/relationships/image" Target="../media/image59.png"/><Relationship Id="rId3" Type="http://schemas.openxmlformats.org/officeDocument/2006/relationships/image" Target="../media/image11.jp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6.png"/><Relationship Id="rId10" Type="http://schemas.openxmlformats.org/officeDocument/2006/relationships/image" Target="../media/image52.png"/><Relationship Id="rId19" Type="http://schemas.openxmlformats.org/officeDocument/2006/relationships/image" Target="../media/image60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43.png"/><Relationship Id="rId18" Type="http://schemas.openxmlformats.org/officeDocument/2006/relationships/image" Target="../media/image62.png"/><Relationship Id="rId3" Type="http://schemas.openxmlformats.org/officeDocument/2006/relationships/image" Target="../media/image11.jp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6.png"/><Relationship Id="rId10" Type="http://schemas.openxmlformats.org/officeDocument/2006/relationships/image" Target="../media/image52.png"/><Relationship Id="rId19" Type="http://schemas.openxmlformats.org/officeDocument/2006/relationships/image" Target="../media/image60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2BBB999-E5B9-0E9F-798B-836DF38951C3}"/>
              </a:ext>
            </a:extLst>
          </p:cNvPr>
          <p:cNvSpPr/>
          <p:nvPr/>
        </p:nvSpPr>
        <p:spPr>
          <a:xfrm>
            <a:off x="3995936" y="2924944"/>
            <a:ext cx="1362174" cy="2952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7DE260-9AA5-4B2F-C41F-539F41734DE5}"/>
              </a:ext>
            </a:extLst>
          </p:cNvPr>
          <p:cNvSpPr txBox="1"/>
          <p:nvPr/>
        </p:nvSpPr>
        <p:spPr>
          <a:xfrm>
            <a:off x="1563610" y="2771239"/>
            <a:ext cx="1640238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dataset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F58429-AD13-3A44-88E3-6DB1C6FB0BD9}"/>
              </a:ext>
            </a:extLst>
          </p:cNvPr>
          <p:cNvSpPr txBox="1"/>
          <p:nvPr/>
        </p:nvSpPr>
        <p:spPr>
          <a:xfrm>
            <a:off x="6199370" y="4257718"/>
            <a:ext cx="1121802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E03124-D05B-42A3-D35F-A180519D1700}"/>
              </a:ext>
            </a:extLst>
          </p:cNvPr>
          <p:cNvCxnSpPr>
            <a:cxnSpLocks/>
            <a:stCxn id="48" idx="3"/>
            <a:endCxn id="20" idx="1"/>
          </p:cNvCxnSpPr>
          <p:nvPr/>
        </p:nvCxnSpPr>
        <p:spPr>
          <a:xfrm>
            <a:off x="5358110" y="4401108"/>
            <a:ext cx="841260" cy="10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7CAE22F-4112-F89A-EB87-68496444FA5E}"/>
              </a:ext>
            </a:extLst>
          </p:cNvPr>
          <p:cNvSpPr txBox="1"/>
          <p:nvPr/>
        </p:nvSpPr>
        <p:spPr>
          <a:xfrm>
            <a:off x="3584287" y="1828800"/>
            <a:ext cx="1640238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Pothole dataset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02C1BD7-E8E1-3A9A-5A7A-65DE5239CAE0}"/>
              </a:ext>
            </a:extLst>
          </p:cNvPr>
          <p:cNvCxnSpPr>
            <a:stCxn id="26" idx="2"/>
            <a:endCxn id="18" idx="0"/>
          </p:cNvCxnSpPr>
          <p:nvPr/>
        </p:nvCxnSpPr>
        <p:spPr>
          <a:xfrm rot="5400000">
            <a:off x="3076737" y="1443570"/>
            <a:ext cx="634662" cy="202067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6B3845-225C-F951-29F0-1C2248BD8DB1}"/>
              </a:ext>
            </a:extLst>
          </p:cNvPr>
          <p:cNvSpPr txBox="1"/>
          <p:nvPr/>
        </p:nvSpPr>
        <p:spPr>
          <a:xfrm>
            <a:off x="5940152" y="2771239"/>
            <a:ext cx="1640238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dataset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5AB75ACC-06E2-7D5F-728D-80D825670EB7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 rot="16200000" flipH="1">
            <a:off x="5265007" y="1275975"/>
            <a:ext cx="634662" cy="235586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C3A69B-DED2-C457-43A2-F1AB08908E9E}"/>
              </a:ext>
            </a:extLst>
          </p:cNvPr>
          <p:cNvCxnSpPr>
            <a:cxnSpLocks/>
            <a:stCxn id="28" idx="2"/>
            <a:endCxn id="24" idx="0"/>
          </p:cNvCxnSpPr>
          <p:nvPr/>
        </p:nvCxnSpPr>
        <p:spPr>
          <a:xfrm>
            <a:off x="6760271" y="3079016"/>
            <a:ext cx="0" cy="245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4CCAEF8-9623-5E82-ACD9-F74609B0521E}"/>
              </a:ext>
            </a:extLst>
          </p:cNvPr>
          <p:cNvSpPr txBox="1"/>
          <p:nvPr/>
        </p:nvSpPr>
        <p:spPr bwMode="auto">
          <a:xfrm>
            <a:off x="4123554" y="3582259"/>
            <a:ext cx="110096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1E66D4-B5CC-1576-DAEE-FE1A3BD73045}"/>
              </a:ext>
            </a:extLst>
          </p:cNvPr>
          <p:cNvSpPr txBox="1"/>
          <p:nvPr/>
        </p:nvSpPr>
        <p:spPr bwMode="auto">
          <a:xfrm>
            <a:off x="4123553" y="4058662"/>
            <a:ext cx="110096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E-Net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887B8C-509E-7764-7CFA-1AE0529BC44F}"/>
              </a:ext>
            </a:extLst>
          </p:cNvPr>
          <p:cNvSpPr txBox="1"/>
          <p:nvPr/>
        </p:nvSpPr>
        <p:spPr bwMode="auto">
          <a:xfrm>
            <a:off x="4123552" y="4535065"/>
            <a:ext cx="110096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E7055E-21D2-5E94-21EC-97EF725DBBB9}"/>
              </a:ext>
            </a:extLst>
          </p:cNvPr>
          <p:cNvSpPr txBox="1"/>
          <p:nvPr/>
        </p:nvSpPr>
        <p:spPr bwMode="auto">
          <a:xfrm>
            <a:off x="4123551" y="5011468"/>
            <a:ext cx="110096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LRASPP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DF5035-E1A2-FD08-FCFF-1C67A2B7337F}"/>
              </a:ext>
            </a:extLst>
          </p:cNvPr>
          <p:cNvSpPr txBox="1"/>
          <p:nvPr/>
        </p:nvSpPr>
        <p:spPr bwMode="auto">
          <a:xfrm>
            <a:off x="4123550" y="3108308"/>
            <a:ext cx="1100970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PoFormer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EEA2544-C41D-5DE1-C13F-ECFE4DC77577}"/>
              </a:ext>
            </a:extLst>
          </p:cNvPr>
          <p:cNvCxnSpPr>
            <a:cxnSpLocks/>
            <a:stCxn id="19" idx="3"/>
            <a:endCxn id="48" idx="1"/>
          </p:cNvCxnSpPr>
          <p:nvPr/>
        </p:nvCxnSpPr>
        <p:spPr>
          <a:xfrm>
            <a:off x="3065880" y="4401107"/>
            <a:ext cx="930056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3FB7E3-CBC6-3A86-917E-A193F1D7087E}"/>
              </a:ext>
            </a:extLst>
          </p:cNvPr>
          <p:cNvSpPr txBox="1"/>
          <p:nvPr/>
        </p:nvSpPr>
        <p:spPr bwMode="auto">
          <a:xfrm>
            <a:off x="1701274" y="3357052"/>
            <a:ext cx="1364910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resize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F3FF3B-59DF-138E-39C9-D0E4C54DA1C0}"/>
              </a:ext>
            </a:extLst>
          </p:cNvPr>
          <p:cNvSpPr txBox="1"/>
          <p:nvPr/>
        </p:nvSpPr>
        <p:spPr bwMode="auto">
          <a:xfrm>
            <a:off x="1700970" y="4139497"/>
            <a:ext cx="136491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Augmentation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BB90C2-7629-BCD8-ED35-0A8B3A6769C9}"/>
              </a:ext>
            </a:extLst>
          </p:cNvPr>
          <p:cNvSpPr txBox="1"/>
          <p:nvPr/>
        </p:nvSpPr>
        <p:spPr bwMode="auto">
          <a:xfrm>
            <a:off x="6077816" y="3324227"/>
            <a:ext cx="1364910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resize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3AD90A-A7E9-1848-F19A-8A2AD25348FE}"/>
              </a:ext>
            </a:extLst>
          </p:cNvPr>
          <p:cNvCxnSpPr>
            <a:stCxn id="18" idx="2"/>
            <a:endCxn id="17" idx="0"/>
          </p:cNvCxnSpPr>
          <p:nvPr/>
        </p:nvCxnSpPr>
        <p:spPr>
          <a:xfrm>
            <a:off x="2383729" y="3079016"/>
            <a:ext cx="0" cy="278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A3D30A-0E7E-1166-9C3B-D01C261997BA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2383425" y="3664829"/>
            <a:ext cx="304" cy="474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E6590FE-210D-A20E-B578-B0514D0661BC}"/>
              </a:ext>
            </a:extLst>
          </p:cNvPr>
          <p:cNvSpPr txBox="1"/>
          <p:nvPr/>
        </p:nvSpPr>
        <p:spPr bwMode="auto">
          <a:xfrm>
            <a:off x="4123551" y="5472949"/>
            <a:ext cx="110096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AttuNet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955E043-861F-2546-5B1D-06F274B9FC4E}"/>
              </a:ext>
            </a:extLst>
          </p:cNvPr>
          <p:cNvCxnSpPr>
            <a:stCxn id="24" idx="2"/>
            <a:endCxn id="20" idx="0"/>
          </p:cNvCxnSpPr>
          <p:nvPr/>
        </p:nvCxnSpPr>
        <p:spPr>
          <a:xfrm>
            <a:off x="6760271" y="3632004"/>
            <a:ext cx="0" cy="625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15CF4B2-754A-55F3-9A4E-CCAA2C3E372B}"/>
              </a:ext>
            </a:extLst>
          </p:cNvPr>
          <p:cNvSpPr txBox="1"/>
          <p:nvPr/>
        </p:nvSpPr>
        <p:spPr>
          <a:xfrm>
            <a:off x="2413305" y="2471184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6EDD00-1C96-1D19-C1AB-96C61ADCC178}"/>
              </a:ext>
            </a:extLst>
          </p:cNvPr>
          <p:cNvSpPr txBox="1"/>
          <p:nvPr/>
        </p:nvSpPr>
        <p:spPr bwMode="auto">
          <a:xfrm>
            <a:off x="6277072" y="248018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E51A12-DE55-6534-7B6D-92B072BBA47B}"/>
              </a:ext>
            </a:extLst>
          </p:cNvPr>
          <p:cNvSpPr/>
          <p:nvPr/>
        </p:nvSpPr>
        <p:spPr>
          <a:xfrm>
            <a:off x="2976002" y="6049686"/>
            <a:ext cx="1932635" cy="30777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Real/fake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C93D5-3B78-EE6E-844A-D77504D560A6}"/>
              </a:ext>
            </a:extLst>
          </p:cNvPr>
          <p:cNvSpPr/>
          <p:nvPr/>
        </p:nvSpPr>
        <p:spPr>
          <a:xfrm>
            <a:off x="3046702" y="1597887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757FC5-CDCB-4375-6B70-D2AFF2EB9ACF}"/>
              </a:ext>
            </a:extLst>
          </p:cNvPr>
          <p:cNvSpPr/>
          <p:nvPr/>
        </p:nvSpPr>
        <p:spPr>
          <a:xfrm>
            <a:off x="3046702" y="3512608"/>
            <a:ext cx="1754884" cy="1610099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F1382C-FE16-B220-47BC-F28DC22EE29E}"/>
              </a:ext>
            </a:extLst>
          </p:cNvPr>
          <p:cNvSpPr txBox="1"/>
          <p:nvPr/>
        </p:nvSpPr>
        <p:spPr>
          <a:xfrm>
            <a:off x="8104123" y="1363063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G-Block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876E2-E51A-9783-323E-59E53D066ACC}"/>
              </a:ext>
            </a:extLst>
          </p:cNvPr>
          <p:cNvSpPr txBox="1"/>
          <p:nvPr/>
        </p:nvSpPr>
        <p:spPr>
          <a:xfrm>
            <a:off x="3343903" y="5135528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images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BFD110-9201-789F-0FE9-D65367650059}"/>
              </a:ext>
            </a:extLst>
          </p:cNvPr>
          <p:cNvSpPr txBox="1"/>
          <p:nvPr/>
        </p:nvSpPr>
        <p:spPr>
          <a:xfrm>
            <a:off x="471575" y="476672"/>
            <a:ext cx="192860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input vector (4096)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31EF04E-5B7F-EDD4-ED5C-8A820924A1C1}"/>
              </a:ext>
            </a:extLst>
          </p:cNvPr>
          <p:cNvCxnSpPr>
            <a:cxnSpLocks/>
            <a:stCxn id="8" idx="3"/>
            <a:endCxn id="53" idx="0"/>
          </p:cNvCxnSpPr>
          <p:nvPr/>
        </p:nvCxnSpPr>
        <p:spPr>
          <a:xfrm flipV="1">
            <a:off x="4801586" y="900446"/>
            <a:ext cx="1662249" cy="1502491"/>
          </a:xfrm>
          <a:prstGeom prst="bentConnector4">
            <a:avLst>
              <a:gd name="adj1" fmla="val 20873"/>
              <a:gd name="adj2" fmla="val 1152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EFC7893-3CC2-0F1E-C22C-9EB2B49B66F4}"/>
              </a:ext>
            </a:extLst>
          </p:cNvPr>
          <p:cNvCxnSpPr>
            <a:cxnSpLocks/>
            <a:stCxn id="9" idx="3"/>
            <a:endCxn id="53" idx="0"/>
          </p:cNvCxnSpPr>
          <p:nvPr/>
        </p:nvCxnSpPr>
        <p:spPr>
          <a:xfrm flipV="1">
            <a:off x="4801586" y="900446"/>
            <a:ext cx="1662249" cy="3417212"/>
          </a:xfrm>
          <a:prstGeom prst="bentConnector4">
            <a:avLst>
              <a:gd name="adj1" fmla="val 20873"/>
              <a:gd name="adj2" fmla="val 10669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25A7E1-FC4C-A810-E8F4-D01C15DBE8FC}"/>
              </a:ext>
            </a:extLst>
          </p:cNvPr>
          <p:cNvCxnSpPr>
            <a:cxnSpLocks/>
            <a:stCxn id="12" idx="2"/>
            <a:endCxn id="30" idx="0"/>
          </p:cNvCxnSpPr>
          <p:nvPr/>
        </p:nvCxnSpPr>
        <p:spPr>
          <a:xfrm>
            <a:off x="1435877" y="738282"/>
            <a:ext cx="0" cy="292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1CE33B3-E4C7-3573-ABF6-492444EC916A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 flipH="1">
            <a:off x="1631754" y="4046897"/>
            <a:ext cx="1380882" cy="3240250"/>
          </a:xfrm>
          <a:prstGeom prst="bentConnector4">
            <a:avLst>
              <a:gd name="adj1" fmla="val -16555"/>
              <a:gd name="adj2" fmla="val 100186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78D65451-4323-DB5C-0868-C5E25B61BE4A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 flipH="1" flipV="1">
            <a:off x="5109645" y="4505488"/>
            <a:ext cx="684650" cy="3019300"/>
          </a:xfrm>
          <a:prstGeom prst="bentConnector4">
            <a:avLst>
              <a:gd name="adj1" fmla="val -33389"/>
              <a:gd name="adj2" fmla="val 99893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D5EDEC-3B35-712C-5E9E-A82AAC5754D4}"/>
              </a:ext>
            </a:extLst>
          </p:cNvPr>
          <p:cNvSpPr txBox="1"/>
          <p:nvPr/>
        </p:nvSpPr>
        <p:spPr>
          <a:xfrm>
            <a:off x="5311914" y="6272356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9281219D-B1E7-EC85-AFA2-577EA7D98A2D}"/>
              </a:ext>
            </a:extLst>
          </p:cNvPr>
          <p:cNvCxnSpPr>
            <a:cxnSpLocks/>
            <a:stCxn id="41" idx="2"/>
            <a:endCxn id="8" idx="1"/>
          </p:cNvCxnSpPr>
          <p:nvPr/>
        </p:nvCxnSpPr>
        <p:spPr>
          <a:xfrm rot="5400000" flipH="1" flipV="1">
            <a:off x="954262" y="2884551"/>
            <a:ext cx="2574053" cy="1610825"/>
          </a:xfrm>
          <a:prstGeom prst="bentConnector4">
            <a:avLst>
              <a:gd name="adj1" fmla="val -8881"/>
              <a:gd name="adj2" fmla="val 7993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659DEB56-6961-506A-8D8A-E54B9C3AF3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843" y="3610048"/>
            <a:ext cx="868680" cy="8686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8F9D48-D8F5-4B8F-9931-B634EE4CF8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82" y="3755477"/>
            <a:ext cx="868680" cy="8686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125343B-05E3-1EFC-FF46-8BA7F20D6F4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919" y="3872924"/>
            <a:ext cx="868680" cy="8686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B3A4024-9805-55B0-2976-0F0907E90D9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922" y="4018773"/>
            <a:ext cx="868680" cy="8686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C989DE8-23B4-8438-3073-DC78EFD498E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035" y="4125238"/>
            <a:ext cx="868680" cy="8686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F57CA12-F83B-F10D-EE4A-4BD751462C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178" y="1686834"/>
            <a:ext cx="867746" cy="8677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D13B79-B4A8-A7F6-BE3C-CA30670CF4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583" y="1793299"/>
            <a:ext cx="867746" cy="86774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21185F7-C9C2-95A5-06FD-E44E80AE9A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032" y="1947090"/>
            <a:ext cx="867746" cy="8677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D5BF58F-A9A4-E3A4-6BC8-711E02CF5E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625" y="2081164"/>
            <a:ext cx="867746" cy="86774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FF442FB-6061-C241-C7EE-7AD799D950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011" y="2274498"/>
            <a:ext cx="867746" cy="867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D59D218-FD72-ED00-A711-78FE5C11D6CD}"/>
                  </a:ext>
                </a:extLst>
              </p:cNvPr>
              <p:cNvSpPr txBox="1"/>
              <p:nvPr/>
            </p:nvSpPr>
            <p:spPr>
              <a:xfrm>
                <a:off x="467544" y="1031251"/>
                <a:ext cx="193666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Conv2DTranspose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D59D218-FD72-ED00-A711-78FE5C11D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031251"/>
                <a:ext cx="1936666" cy="261610"/>
              </a:xfrm>
              <a:prstGeom prst="rect">
                <a:avLst/>
              </a:prstGeom>
              <a:blipFill>
                <a:blip r:embed="rId12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4623962-B474-F3D4-188A-2DC8B6CA8385}"/>
                  </a:ext>
                </a:extLst>
              </p:cNvPr>
              <p:cNvSpPr txBox="1"/>
              <p:nvPr/>
            </p:nvSpPr>
            <p:spPr>
              <a:xfrm>
                <a:off x="467544" y="1704845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4623962-B474-F3D4-188A-2DC8B6CA8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704845"/>
                <a:ext cx="1936666" cy="261610"/>
              </a:xfrm>
              <a:prstGeom prst="rect">
                <a:avLst/>
              </a:prstGeom>
              <a:blipFill>
                <a:blip r:embed="rId13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9B784E27-8D5F-5FA9-B795-1D42238CD2F2}"/>
              </a:ext>
            </a:extLst>
          </p:cNvPr>
          <p:cNvSpPr txBox="1"/>
          <p:nvPr/>
        </p:nvSpPr>
        <p:spPr>
          <a:xfrm>
            <a:off x="467544" y="136193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E0C4CF-9436-62C1-1B86-2C3981C6000B}"/>
                  </a:ext>
                </a:extLst>
              </p:cNvPr>
              <p:cNvSpPr txBox="1"/>
              <p:nvPr/>
            </p:nvSpPr>
            <p:spPr>
              <a:xfrm>
                <a:off x="467544" y="2046858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E0C4CF-9436-62C1-1B86-2C3981C60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046858"/>
                <a:ext cx="1936666" cy="261610"/>
              </a:xfrm>
              <a:prstGeom prst="rect">
                <a:avLst/>
              </a:prstGeom>
              <a:blipFill>
                <a:blip r:embed="rId14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5423AB-0C6F-F55D-7747-752C530642A7}"/>
                  </a:ext>
                </a:extLst>
              </p:cNvPr>
              <p:cNvSpPr txBox="1"/>
              <p:nvPr/>
            </p:nvSpPr>
            <p:spPr>
              <a:xfrm>
                <a:off x="467544" y="238887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5423AB-0C6F-F55D-7747-752C53064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388871"/>
                <a:ext cx="1936666" cy="261610"/>
              </a:xfrm>
              <a:prstGeom prst="rect">
                <a:avLst/>
              </a:prstGeom>
              <a:blipFill>
                <a:blip r:embed="rId15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DF04D62-1798-C70A-9A5D-9250DD15689B}"/>
                  </a:ext>
                </a:extLst>
              </p:cNvPr>
              <p:cNvSpPr txBox="1"/>
              <p:nvPr/>
            </p:nvSpPr>
            <p:spPr>
              <a:xfrm>
                <a:off x="467544" y="2722352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DF04D62-1798-C70A-9A5D-9250DD156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722352"/>
                <a:ext cx="1936666" cy="261610"/>
              </a:xfrm>
              <a:prstGeom prst="rect">
                <a:avLst/>
              </a:prstGeom>
              <a:blipFill>
                <a:blip r:embed="rId16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E65F878-19CE-5CBF-CA27-15CCEE02894D}"/>
                  </a:ext>
                </a:extLst>
              </p:cNvPr>
              <p:cNvSpPr txBox="1"/>
              <p:nvPr/>
            </p:nvSpPr>
            <p:spPr>
              <a:xfrm>
                <a:off x="467544" y="3050667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E65F878-19CE-5CBF-CA27-15CCEE02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050667"/>
                <a:ext cx="1936666" cy="261610"/>
              </a:xfrm>
              <a:prstGeom prst="rect">
                <a:avLst/>
              </a:prstGeom>
              <a:blipFill>
                <a:blip r:embed="rId17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9EFA78-1CD1-1A7E-55B5-D799E294D0FC}"/>
                  </a:ext>
                </a:extLst>
              </p:cNvPr>
              <p:cNvSpPr txBox="1"/>
              <p:nvPr/>
            </p:nvSpPr>
            <p:spPr>
              <a:xfrm>
                <a:off x="471575" y="3387816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9EFA78-1CD1-1A7E-55B5-D799E294D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5" y="3387816"/>
                <a:ext cx="1928604" cy="261610"/>
              </a:xfrm>
              <a:prstGeom prst="rect">
                <a:avLst/>
              </a:prstGeom>
              <a:blipFill>
                <a:blip r:embed="rId18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042E97C1-7EB0-FD02-951E-6518410D09B9}"/>
              </a:ext>
            </a:extLst>
          </p:cNvPr>
          <p:cNvSpPr txBox="1"/>
          <p:nvPr/>
        </p:nvSpPr>
        <p:spPr>
          <a:xfrm>
            <a:off x="467544" y="3703171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B726F2-6A13-82C1-AED8-2EA79F166410}"/>
              </a:ext>
            </a:extLst>
          </p:cNvPr>
          <p:cNvSpPr txBox="1"/>
          <p:nvPr/>
        </p:nvSpPr>
        <p:spPr>
          <a:xfrm>
            <a:off x="471575" y="4041478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059D2C-99CC-0A68-ED7B-21BFF345A825}"/>
                  </a:ext>
                </a:extLst>
              </p:cNvPr>
              <p:cNvSpPr txBox="1"/>
              <p:nvPr/>
            </p:nvSpPr>
            <p:spPr>
              <a:xfrm>
                <a:off x="471575" y="4379785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059D2C-99CC-0A68-ED7B-21BFF345A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5" y="4379785"/>
                <a:ext cx="1928604" cy="261610"/>
              </a:xfrm>
              <a:prstGeom prst="rect">
                <a:avLst/>
              </a:prstGeom>
              <a:blipFill>
                <a:blip r:embed="rId19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4118154B-6126-FECE-007B-69959597DD1E}"/>
              </a:ext>
            </a:extLst>
          </p:cNvPr>
          <p:cNvSpPr txBox="1"/>
          <p:nvPr/>
        </p:nvSpPr>
        <p:spPr>
          <a:xfrm>
            <a:off x="471575" y="4715380"/>
            <a:ext cx="1928604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E0987FB-733C-B4E1-7DDD-A6DDCE8A7073}"/>
              </a:ext>
            </a:extLst>
          </p:cNvPr>
          <p:cNvCxnSpPr>
            <a:stCxn id="30" idx="2"/>
            <a:endCxn id="32" idx="0"/>
          </p:cNvCxnSpPr>
          <p:nvPr/>
        </p:nvCxnSpPr>
        <p:spPr>
          <a:xfrm>
            <a:off x="1435877" y="1292861"/>
            <a:ext cx="0" cy="6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ADBBFDA-0105-75E5-E8B0-0F117B89B314}"/>
              </a:ext>
            </a:extLst>
          </p:cNvPr>
          <p:cNvCxnSpPr>
            <a:stCxn id="32" idx="2"/>
            <a:endCxn id="31" idx="0"/>
          </p:cNvCxnSpPr>
          <p:nvPr/>
        </p:nvCxnSpPr>
        <p:spPr>
          <a:xfrm>
            <a:off x="1435877" y="1623546"/>
            <a:ext cx="0" cy="8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6F9BC49-B4A8-831D-7D60-827FC1CAEDB8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>
            <a:off x="1435877" y="1966455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FA4C02B-E6E8-1B39-404A-2CC298F99861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1435877" y="2308468"/>
            <a:ext cx="0" cy="80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78A1DD2-AC5B-EAD2-35F6-7765A20DF886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1435877" y="2650481"/>
            <a:ext cx="0" cy="7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E3687E-0D4E-2DF5-D773-D882601D5E73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1435877" y="2983962"/>
            <a:ext cx="0" cy="6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2693D65-53C0-B01A-8058-E042EFCB063F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1435877" y="3312277"/>
            <a:ext cx="0" cy="75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3B3B72-1490-B5C8-536F-C23F7B553B44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1435877" y="3649426"/>
            <a:ext cx="0" cy="5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FF829BE-5FF1-D38C-02DE-79CAFC44205C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1435877" y="3964781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E688690-AC09-57AA-0B35-5E29CFAC7485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>
            <a:off x="1435877" y="4303088"/>
            <a:ext cx="0" cy="7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90D0C9-69DB-018E-9110-128FDC763223}"/>
              </a:ext>
            </a:extLst>
          </p:cNvPr>
          <p:cNvCxnSpPr>
            <a:stCxn id="40" idx="2"/>
            <a:endCxn id="41" idx="0"/>
          </p:cNvCxnSpPr>
          <p:nvPr/>
        </p:nvCxnSpPr>
        <p:spPr>
          <a:xfrm>
            <a:off x="1435877" y="4641395"/>
            <a:ext cx="0" cy="73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A968518-2104-CE90-1089-035A0CCB609E}"/>
              </a:ext>
            </a:extLst>
          </p:cNvPr>
          <p:cNvSpPr txBox="1"/>
          <p:nvPr/>
        </p:nvSpPr>
        <p:spPr>
          <a:xfrm>
            <a:off x="5495502" y="900446"/>
            <a:ext cx="1936666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GaussianNoise (0.2)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712D71-2819-2464-557A-4692CA938908}"/>
              </a:ext>
            </a:extLst>
          </p:cNvPr>
          <p:cNvSpPr txBox="1"/>
          <p:nvPr/>
        </p:nvSpPr>
        <p:spPr>
          <a:xfrm>
            <a:off x="5495502" y="2287546"/>
            <a:ext cx="193666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CE61DD-0734-31B1-0F5D-B4C48FC1185F}"/>
              </a:ext>
            </a:extLst>
          </p:cNvPr>
          <p:cNvSpPr txBox="1"/>
          <p:nvPr/>
        </p:nvSpPr>
        <p:spPr>
          <a:xfrm>
            <a:off x="5495502" y="1940771"/>
            <a:ext cx="193666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AEE95E9-DD3C-8CF2-7FE6-689CFB8F441E}"/>
                  </a:ext>
                </a:extLst>
              </p:cNvPr>
              <p:cNvSpPr txBox="1"/>
              <p:nvPr/>
            </p:nvSpPr>
            <p:spPr>
              <a:xfrm>
                <a:off x="5495502" y="367464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AEE95E9-DD3C-8CF2-7FE6-689CFB8F4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3674646"/>
                <a:ext cx="1936666" cy="261610"/>
              </a:xfrm>
              <a:prstGeom prst="rect">
                <a:avLst/>
              </a:prstGeom>
              <a:blipFill>
                <a:blip r:embed="rId20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992EB8F-320A-776F-E76B-0E55EC7335FB}"/>
                  </a:ext>
                </a:extLst>
              </p:cNvPr>
              <p:cNvSpPr txBox="1"/>
              <p:nvPr/>
            </p:nvSpPr>
            <p:spPr>
              <a:xfrm>
                <a:off x="5495502" y="332787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992EB8F-320A-776F-E76B-0E55EC733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3327871"/>
                <a:ext cx="1936666" cy="261610"/>
              </a:xfrm>
              <a:prstGeom prst="rect">
                <a:avLst/>
              </a:prstGeom>
              <a:blipFill>
                <a:blip r:embed="rId21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D1FF908-7201-926B-3BB1-CF36BAD80608}"/>
                  </a:ext>
                </a:extLst>
              </p:cNvPr>
              <p:cNvSpPr txBox="1"/>
              <p:nvPr/>
            </p:nvSpPr>
            <p:spPr>
              <a:xfrm>
                <a:off x="5495502" y="2981096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D1FF908-7201-926B-3BB1-CF36BAD8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2981096"/>
                <a:ext cx="1936666" cy="261610"/>
              </a:xfrm>
              <a:prstGeom prst="rect">
                <a:avLst/>
              </a:prstGeom>
              <a:blipFill>
                <a:blip r:embed="rId22"/>
                <a:stretch>
                  <a:fillRect b="-18182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833220-F36A-52F9-332A-22C5377958CF}"/>
                  </a:ext>
                </a:extLst>
              </p:cNvPr>
              <p:cNvSpPr txBox="1"/>
              <p:nvPr/>
            </p:nvSpPr>
            <p:spPr>
              <a:xfrm>
                <a:off x="5495502" y="263432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833220-F36A-52F9-332A-22C537795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2634321"/>
                <a:ext cx="1936666" cy="261610"/>
              </a:xfrm>
              <a:prstGeom prst="rect">
                <a:avLst/>
              </a:prstGeom>
              <a:blipFill>
                <a:blip r:embed="rId23"/>
                <a:stretch>
                  <a:fillRect b="-13043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FB92495-0C8A-EA22-1253-83A4D1788B86}"/>
                  </a:ext>
                </a:extLst>
              </p:cNvPr>
              <p:cNvSpPr txBox="1"/>
              <p:nvPr/>
            </p:nvSpPr>
            <p:spPr>
              <a:xfrm>
                <a:off x="5499533" y="1247221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FB92495-0C8A-EA22-1253-83A4D178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533" y="1247221"/>
                <a:ext cx="1928604" cy="261610"/>
              </a:xfrm>
              <a:prstGeom prst="rect">
                <a:avLst/>
              </a:prstGeom>
              <a:blipFill>
                <a:blip r:embed="rId24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84BA28E-4D11-D7A7-7049-B8110BA34D1E}"/>
              </a:ext>
            </a:extLst>
          </p:cNvPr>
          <p:cNvSpPr txBox="1"/>
          <p:nvPr/>
        </p:nvSpPr>
        <p:spPr>
          <a:xfrm>
            <a:off x="5495502" y="159399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AC2708E-3C71-A578-F424-E7127148539A}"/>
                  </a:ext>
                </a:extLst>
              </p:cNvPr>
              <p:cNvSpPr txBox="1"/>
              <p:nvPr/>
            </p:nvSpPr>
            <p:spPr>
              <a:xfrm>
                <a:off x="5495502" y="4021421"/>
                <a:ext cx="1936666" cy="2616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D-Block(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AC2708E-3C71-A578-F424-E71271485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502" y="4021421"/>
                <a:ext cx="1936666" cy="261610"/>
              </a:xfrm>
              <a:prstGeom prst="rect">
                <a:avLst/>
              </a:prstGeom>
              <a:blipFill>
                <a:blip r:embed="rId25"/>
                <a:stretch>
                  <a:fillRect b="-13636"/>
                </a:stretch>
              </a:blip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A35130CE-E0F8-F4C5-69F0-AA9016BB4227}"/>
              </a:ext>
            </a:extLst>
          </p:cNvPr>
          <p:cNvSpPr txBox="1"/>
          <p:nvPr/>
        </p:nvSpPr>
        <p:spPr>
          <a:xfrm>
            <a:off x="5495502" y="4368196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2B5A32-4EF3-B8BF-FAFF-5D03610B1EC2}"/>
              </a:ext>
            </a:extLst>
          </p:cNvPr>
          <p:cNvSpPr txBox="1"/>
          <p:nvPr/>
        </p:nvSpPr>
        <p:spPr>
          <a:xfrm>
            <a:off x="5495502" y="4714971"/>
            <a:ext cx="193666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Dense(128)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A4D9C5-36D2-970A-94E5-65F1BC920292}"/>
              </a:ext>
            </a:extLst>
          </p:cNvPr>
          <p:cNvSpPr txBox="1"/>
          <p:nvPr/>
        </p:nvSpPr>
        <p:spPr>
          <a:xfrm>
            <a:off x="5495502" y="506174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634CE4-546C-435F-DAA5-068D851A0896}"/>
              </a:ext>
            </a:extLst>
          </p:cNvPr>
          <p:cNvSpPr txBox="1"/>
          <p:nvPr/>
        </p:nvSpPr>
        <p:spPr>
          <a:xfrm>
            <a:off x="5495502" y="5408515"/>
            <a:ext cx="1936666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Dense(1)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D1A90B9-BBA2-A883-B044-38DF2B433A81}"/>
              </a:ext>
            </a:extLst>
          </p:cNvPr>
          <p:cNvCxnSpPr>
            <a:stCxn id="53" idx="2"/>
            <a:endCxn id="60" idx="0"/>
          </p:cNvCxnSpPr>
          <p:nvPr/>
        </p:nvCxnSpPr>
        <p:spPr>
          <a:xfrm>
            <a:off x="6463835" y="11620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BCC13FA-200D-9CB0-427B-BE1958F67313}"/>
              </a:ext>
            </a:extLst>
          </p:cNvPr>
          <p:cNvCxnSpPr>
            <a:stCxn id="60" idx="2"/>
            <a:endCxn id="61" idx="0"/>
          </p:cNvCxnSpPr>
          <p:nvPr/>
        </p:nvCxnSpPr>
        <p:spPr>
          <a:xfrm>
            <a:off x="6463835" y="15088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5A1BEAE-ACD2-97DE-FA29-863AA4A1240F}"/>
              </a:ext>
            </a:extLst>
          </p:cNvPr>
          <p:cNvCxnSpPr>
            <a:stCxn id="61" idx="2"/>
            <a:endCxn id="55" idx="0"/>
          </p:cNvCxnSpPr>
          <p:nvPr/>
        </p:nvCxnSpPr>
        <p:spPr>
          <a:xfrm>
            <a:off x="6463835" y="18556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BDD4566-5627-D375-5F1C-A9E54BFA9850}"/>
              </a:ext>
            </a:extLst>
          </p:cNvPr>
          <p:cNvCxnSpPr>
            <a:stCxn id="55" idx="2"/>
            <a:endCxn id="54" idx="0"/>
          </p:cNvCxnSpPr>
          <p:nvPr/>
        </p:nvCxnSpPr>
        <p:spPr>
          <a:xfrm>
            <a:off x="6463835" y="22023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464F1BA-DB32-5B02-F50A-2AF9E916FF83}"/>
              </a:ext>
            </a:extLst>
          </p:cNvPr>
          <p:cNvCxnSpPr>
            <a:stCxn id="54" idx="2"/>
            <a:endCxn id="59" idx="0"/>
          </p:cNvCxnSpPr>
          <p:nvPr/>
        </p:nvCxnSpPr>
        <p:spPr>
          <a:xfrm>
            <a:off x="6463835" y="25491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815ADA-F1AB-0542-4D2C-EAF1E81D29DE}"/>
              </a:ext>
            </a:extLst>
          </p:cNvPr>
          <p:cNvCxnSpPr>
            <a:stCxn id="59" idx="2"/>
            <a:endCxn id="58" idx="0"/>
          </p:cNvCxnSpPr>
          <p:nvPr/>
        </p:nvCxnSpPr>
        <p:spPr>
          <a:xfrm>
            <a:off x="6463835" y="28959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83B09A8-94CD-B781-5D27-37352C557E9B}"/>
              </a:ext>
            </a:extLst>
          </p:cNvPr>
          <p:cNvCxnSpPr>
            <a:stCxn id="58" idx="2"/>
            <a:endCxn id="57" idx="0"/>
          </p:cNvCxnSpPr>
          <p:nvPr/>
        </p:nvCxnSpPr>
        <p:spPr>
          <a:xfrm>
            <a:off x="6463835" y="32427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7B788E6-F861-CF9B-118F-7F9A05A25B7A}"/>
              </a:ext>
            </a:extLst>
          </p:cNvPr>
          <p:cNvCxnSpPr>
            <a:stCxn id="57" idx="2"/>
            <a:endCxn id="56" idx="0"/>
          </p:cNvCxnSpPr>
          <p:nvPr/>
        </p:nvCxnSpPr>
        <p:spPr>
          <a:xfrm>
            <a:off x="6463835" y="35894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569BFEF-4F4F-6A35-C9E8-86642026B934}"/>
              </a:ext>
            </a:extLst>
          </p:cNvPr>
          <p:cNvCxnSpPr>
            <a:stCxn id="56" idx="2"/>
            <a:endCxn id="62" idx="0"/>
          </p:cNvCxnSpPr>
          <p:nvPr/>
        </p:nvCxnSpPr>
        <p:spPr>
          <a:xfrm>
            <a:off x="6463835" y="393625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3F9FEEB-7DFE-9EF3-A107-F44B68A068FC}"/>
              </a:ext>
            </a:extLst>
          </p:cNvPr>
          <p:cNvCxnSpPr>
            <a:stCxn id="62" idx="2"/>
            <a:endCxn id="63" idx="0"/>
          </p:cNvCxnSpPr>
          <p:nvPr/>
        </p:nvCxnSpPr>
        <p:spPr>
          <a:xfrm>
            <a:off x="6463835" y="428303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DA9368E-8B94-8305-0159-371754364CEF}"/>
              </a:ext>
            </a:extLst>
          </p:cNvPr>
          <p:cNvCxnSpPr>
            <a:stCxn id="63" idx="2"/>
            <a:endCxn id="64" idx="0"/>
          </p:cNvCxnSpPr>
          <p:nvPr/>
        </p:nvCxnSpPr>
        <p:spPr>
          <a:xfrm>
            <a:off x="6463835" y="4629806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7532A9-D0BD-64C6-5C5E-7C1AD1D6850E}"/>
              </a:ext>
            </a:extLst>
          </p:cNvPr>
          <p:cNvCxnSpPr>
            <a:stCxn id="64" idx="2"/>
            <a:endCxn id="65" idx="0"/>
          </p:cNvCxnSpPr>
          <p:nvPr/>
        </p:nvCxnSpPr>
        <p:spPr>
          <a:xfrm>
            <a:off x="6463835" y="4976581"/>
            <a:ext cx="0" cy="8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8C5F1E5-0DA6-E425-EDE7-2503EE9E19E6}"/>
              </a:ext>
            </a:extLst>
          </p:cNvPr>
          <p:cNvCxnSpPr>
            <a:stCxn id="65" idx="2"/>
            <a:endCxn id="66" idx="0"/>
          </p:cNvCxnSpPr>
          <p:nvPr/>
        </p:nvCxnSpPr>
        <p:spPr>
          <a:xfrm>
            <a:off x="6463835" y="5323356"/>
            <a:ext cx="0" cy="8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547692E-F8D2-E672-621D-12AAAE9614CD}"/>
                  </a:ext>
                </a:extLst>
              </p:cNvPr>
              <p:cNvSpPr txBox="1"/>
              <p:nvPr/>
            </p:nvSpPr>
            <p:spPr>
              <a:xfrm>
                <a:off x="7891187" y="1788596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547692E-F8D2-E672-621D-12AAAE961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187" y="1788596"/>
                <a:ext cx="1628972" cy="261610"/>
              </a:xfrm>
              <a:prstGeom prst="rect">
                <a:avLst/>
              </a:prstGeom>
              <a:blipFill>
                <a:blip r:embed="rId26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5329B684-7F41-37F4-9FA8-12242308E895}"/>
              </a:ext>
            </a:extLst>
          </p:cNvPr>
          <p:cNvSpPr txBox="1"/>
          <p:nvPr/>
        </p:nvSpPr>
        <p:spPr>
          <a:xfrm>
            <a:off x="7891187" y="2477919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DF5083-9F3C-1BB1-A2DE-8E5B041ED8FD}"/>
              </a:ext>
            </a:extLst>
          </p:cNvPr>
          <p:cNvSpPr txBox="1"/>
          <p:nvPr/>
        </p:nvSpPr>
        <p:spPr>
          <a:xfrm>
            <a:off x="7891190" y="2135187"/>
            <a:ext cx="162897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7913E04-A75B-E8EA-9D45-02162891AD91}"/>
              </a:ext>
            </a:extLst>
          </p:cNvPr>
          <p:cNvSpPr txBox="1"/>
          <p:nvPr/>
        </p:nvSpPr>
        <p:spPr>
          <a:xfrm>
            <a:off x="7891187" y="2811015"/>
            <a:ext cx="16289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UpSampling2D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0DE5E88-A282-E9ED-AC06-7FB8B1F822AC}"/>
              </a:ext>
            </a:extLst>
          </p:cNvPr>
          <p:cNvCxnSpPr>
            <a:stCxn id="80" idx="2"/>
            <a:endCxn id="82" idx="0"/>
          </p:cNvCxnSpPr>
          <p:nvPr/>
        </p:nvCxnSpPr>
        <p:spPr>
          <a:xfrm>
            <a:off x="8705673" y="2050206"/>
            <a:ext cx="4" cy="84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C365708-D59F-A105-DA57-95A31AFA09F2}"/>
              </a:ext>
            </a:extLst>
          </p:cNvPr>
          <p:cNvCxnSpPr>
            <a:stCxn id="82" idx="2"/>
            <a:endCxn id="81" idx="0"/>
          </p:cNvCxnSpPr>
          <p:nvPr/>
        </p:nvCxnSpPr>
        <p:spPr>
          <a:xfrm flipH="1">
            <a:off x="8705673" y="2396797"/>
            <a:ext cx="4" cy="81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AA0E1D1-7115-0051-02E5-FE11802FE873}"/>
              </a:ext>
            </a:extLst>
          </p:cNvPr>
          <p:cNvCxnSpPr>
            <a:cxnSpLocks/>
            <a:stCxn id="81" idx="2"/>
            <a:endCxn id="83" idx="0"/>
          </p:cNvCxnSpPr>
          <p:nvPr/>
        </p:nvCxnSpPr>
        <p:spPr>
          <a:xfrm>
            <a:off x="8705673" y="2739529"/>
            <a:ext cx="0" cy="7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811D72B-0EE9-37BA-C756-252BF946FCBD}"/>
                  </a:ext>
                </a:extLst>
              </p:cNvPr>
              <p:cNvSpPr txBox="1"/>
              <p:nvPr/>
            </p:nvSpPr>
            <p:spPr>
              <a:xfrm>
                <a:off x="7891187" y="3821642"/>
                <a:ext cx="1628972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811D72B-0EE9-37BA-C756-252BF946F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187" y="3821642"/>
                <a:ext cx="1628972" cy="261610"/>
              </a:xfrm>
              <a:prstGeom prst="rect">
                <a:avLst/>
              </a:prstGeom>
              <a:blipFill>
                <a:blip r:embed="rId27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29E738AB-D132-4635-7668-CCAE3372F410}"/>
              </a:ext>
            </a:extLst>
          </p:cNvPr>
          <p:cNvSpPr txBox="1"/>
          <p:nvPr/>
        </p:nvSpPr>
        <p:spPr>
          <a:xfrm>
            <a:off x="7891184" y="4495152"/>
            <a:ext cx="1628972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 (0.2)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50576A1-B885-6821-5D12-97306A6AB401}"/>
              </a:ext>
            </a:extLst>
          </p:cNvPr>
          <p:cNvSpPr txBox="1"/>
          <p:nvPr/>
        </p:nvSpPr>
        <p:spPr>
          <a:xfrm>
            <a:off x="7891187" y="4152060"/>
            <a:ext cx="1628974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BatchNormalization (0.7)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F7542ED-0611-0167-2CD5-3D44178728AD}"/>
              </a:ext>
            </a:extLst>
          </p:cNvPr>
          <p:cNvSpPr txBox="1"/>
          <p:nvPr/>
        </p:nvSpPr>
        <p:spPr>
          <a:xfrm>
            <a:off x="7891184" y="4830778"/>
            <a:ext cx="162897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(0.25)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2F71DC4-FB45-2FDB-96F7-8C5F926CA674}"/>
              </a:ext>
            </a:extLst>
          </p:cNvPr>
          <p:cNvSpPr txBox="1"/>
          <p:nvPr/>
        </p:nvSpPr>
        <p:spPr>
          <a:xfrm>
            <a:off x="7891184" y="5148579"/>
            <a:ext cx="1628972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AveragePooling2D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D3775F3-A381-A0DD-84A2-F8060AB55043}"/>
              </a:ext>
            </a:extLst>
          </p:cNvPr>
          <p:cNvCxnSpPr>
            <a:stCxn id="87" idx="2"/>
            <a:endCxn id="89" idx="0"/>
          </p:cNvCxnSpPr>
          <p:nvPr/>
        </p:nvCxnSpPr>
        <p:spPr>
          <a:xfrm>
            <a:off x="8705673" y="4083252"/>
            <a:ext cx="1" cy="6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BAAE97C-FDE2-F15D-7568-697C0EF1BEFB}"/>
              </a:ext>
            </a:extLst>
          </p:cNvPr>
          <p:cNvCxnSpPr>
            <a:stCxn id="89" idx="2"/>
            <a:endCxn id="88" idx="0"/>
          </p:cNvCxnSpPr>
          <p:nvPr/>
        </p:nvCxnSpPr>
        <p:spPr>
          <a:xfrm flipH="1">
            <a:off x="8705670" y="4413670"/>
            <a:ext cx="4" cy="8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EDFCFE4-8A62-F654-3131-985C9B83617F}"/>
              </a:ext>
            </a:extLst>
          </p:cNvPr>
          <p:cNvCxnSpPr>
            <a:cxnSpLocks/>
            <a:stCxn id="88" idx="2"/>
            <a:endCxn id="90" idx="0"/>
          </p:cNvCxnSpPr>
          <p:nvPr/>
        </p:nvCxnSpPr>
        <p:spPr>
          <a:xfrm>
            <a:off x="8705670" y="4756762"/>
            <a:ext cx="0" cy="7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1D0C7DF-DD9F-1EA0-C10B-B0B72F48F23E}"/>
              </a:ext>
            </a:extLst>
          </p:cNvPr>
          <p:cNvCxnSpPr>
            <a:stCxn id="90" idx="2"/>
            <a:endCxn id="91" idx="0"/>
          </p:cNvCxnSpPr>
          <p:nvPr/>
        </p:nvCxnSpPr>
        <p:spPr>
          <a:xfrm>
            <a:off x="8705670" y="5092388"/>
            <a:ext cx="0" cy="56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C5B5B1C-C450-005E-523F-B720908983B1}"/>
              </a:ext>
            </a:extLst>
          </p:cNvPr>
          <p:cNvSpPr/>
          <p:nvPr/>
        </p:nvSpPr>
        <p:spPr>
          <a:xfrm>
            <a:off x="7734835" y="1686834"/>
            <a:ext cx="1944216" cy="1502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764F070A-7F4E-1ABC-34A2-D1334F92F834}"/>
              </a:ext>
            </a:extLst>
          </p:cNvPr>
          <p:cNvCxnSpPr>
            <a:cxnSpLocks/>
            <a:stCxn id="66" idx="2"/>
            <a:endCxn id="7" idx="0"/>
          </p:cNvCxnSpPr>
          <p:nvPr/>
        </p:nvCxnSpPr>
        <p:spPr>
          <a:xfrm rot="5400000">
            <a:off x="5013298" y="4599148"/>
            <a:ext cx="379561" cy="25215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0B77C8E0-3069-74D6-9EAC-E3D50ECC0C7B}"/>
              </a:ext>
            </a:extLst>
          </p:cNvPr>
          <p:cNvSpPr txBox="1"/>
          <p:nvPr/>
        </p:nvSpPr>
        <p:spPr>
          <a:xfrm>
            <a:off x="1199137" y="6267279"/>
            <a:ext cx="1358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model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31C979C-FD86-CBF1-3B43-37BE470C41A9}"/>
              </a:ext>
            </a:extLst>
          </p:cNvPr>
          <p:cNvSpPr/>
          <p:nvPr/>
        </p:nvSpPr>
        <p:spPr>
          <a:xfrm>
            <a:off x="7734835" y="3739893"/>
            <a:ext cx="1944216" cy="178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D4A09B0-3916-FDD7-F9A7-99E31237FA68}"/>
              </a:ext>
            </a:extLst>
          </p:cNvPr>
          <p:cNvSpPr txBox="1"/>
          <p:nvPr/>
        </p:nvSpPr>
        <p:spPr>
          <a:xfrm>
            <a:off x="3310046" y="1236450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images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C7F48BF-A745-E998-63E2-8562F27245A9}"/>
              </a:ext>
            </a:extLst>
          </p:cNvPr>
          <p:cNvSpPr txBox="1"/>
          <p:nvPr/>
        </p:nvSpPr>
        <p:spPr>
          <a:xfrm>
            <a:off x="8104123" y="3462726"/>
            <a:ext cx="1203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D-Block</a:t>
            </a:r>
          </a:p>
        </p:txBody>
      </p:sp>
    </p:spTree>
    <p:extLst>
      <p:ext uri="{BB962C8B-B14F-4D97-AF65-F5344CB8AC3E}">
        <p14:creationId xmlns:p14="http://schemas.microsoft.com/office/powerpoint/2010/main" val="2865646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040947-6049-D264-7044-BB5934BEA6BD}"/>
              </a:ext>
            </a:extLst>
          </p:cNvPr>
          <p:cNvSpPr txBox="1"/>
          <p:nvPr/>
        </p:nvSpPr>
        <p:spPr>
          <a:xfrm>
            <a:off x="901851" y="-73026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decoder2D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CB76898-D553-69AE-E3C5-38267109B8B3}"/>
              </a:ext>
            </a:extLst>
          </p:cNvPr>
          <p:cNvSpPr txBox="1"/>
          <p:nvPr/>
        </p:nvSpPr>
        <p:spPr>
          <a:xfrm>
            <a:off x="4716016" y="735787"/>
            <a:ext cx="862270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self.decoder_1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        nn.Conv2d(</a:t>
            </a:r>
            <a:r>
              <a:rPr lang="en-US" sz="1100" dirty="0" err="1"/>
              <a:t>in_channels</a:t>
            </a:r>
            <a:r>
              <a:rPr lang="en-US" sz="1100" dirty="0"/>
              <a:t>, features[0], 3, padding=1),</a:t>
            </a:r>
          </a:p>
          <a:p>
            <a:r>
              <a:rPr lang="en-US" sz="1100" dirty="0"/>
              <a:t>                    nn.BatchNorm2d(features[0]),</a:t>
            </a:r>
          </a:p>
          <a:p>
            <a:r>
              <a:rPr lang="en-US" sz="1100" dirty="0"/>
              <a:t>        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=True),</a:t>
            </a:r>
          </a:p>
          <a:p>
            <a:r>
              <a:rPr lang="en-US" sz="1100" dirty="0"/>
              <a:t>                    </a:t>
            </a:r>
            <a:r>
              <a:rPr lang="en-US" sz="1100" dirty="0" err="1"/>
              <a:t>nn.Upsample</a:t>
            </a:r>
            <a:r>
              <a:rPr lang="en-US" sz="1100" dirty="0"/>
              <a:t>(</a:t>
            </a:r>
            <a:r>
              <a:rPr lang="en-US" sz="1100" dirty="0" err="1"/>
              <a:t>scale_factor</a:t>
            </a:r>
            <a:r>
              <a:rPr lang="en-US" sz="1100" dirty="0"/>
              <a:t>=2, mode="bilinear", </a:t>
            </a:r>
            <a:r>
              <a:rPr lang="en-US" sz="1100" dirty="0" err="1"/>
              <a:t>align_corners</a:t>
            </a:r>
            <a:r>
              <a:rPr lang="en-US" sz="1100" dirty="0"/>
              <a:t>=True)</a:t>
            </a:r>
          </a:p>
          <a:p>
            <a:r>
              <a:rPr lang="en-US" sz="1100" dirty="0"/>
              <a:t>                )</a:t>
            </a:r>
          </a:p>
          <a:p>
            <a:r>
              <a:rPr lang="en-US" sz="1100" dirty="0"/>
              <a:t>        self.decoder_2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        nn.Conv2d(features[0], features[1], 3, padding=1),</a:t>
            </a:r>
          </a:p>
          <a:p>
            <a:r>
              <a:rPr lang="en-US" sz="1100" dirty="0"/>
              <a:t>                    nn.BatchNorm2d(features[1]),</a:t>
            </a:r>
          </a:p>
          <a:p>
            <a:r>
              <a:rPr lang="en-US" sz="1100" dirty="0"/>
              <a:t>        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=True),</a:t>
            </a:r>
          </a:p>
          <a:p>
            <a:r>
              <a:rPr lang="en-US" sz="1100" dirty="0"/>
              <a:t>                    </a:t>
            </a:r>
            <a:r>
              <a:rPr lang="en-US" sz="1100" dirty="0" err="1"/>
              <a:t>nn.Upsample</a:t>
            </a:r>
            <a:r>
              <a:rPr lang="en-US" sz="1100" dirty="0"/>
              <a:t>(</a:t>
            </a:r>
            <a:r>
              <a:rPr lang="en-US" sz="1100" dirty="0" err="1"/>
              <a:t>scale_factor</a:t>
            </a:r>
            <a:r>
              <a:rPr lang="en-US" sz="1100" dirty="0"/>
              <a:t>=2, mode="bilinear", </a:t>
            </a:r>
            <a:r>
              <a:rPr lang="en-US" sz="1100" dirty="0" err="1"/>
              <a:t>align_corners</a:t>
            </a:r>
            <a:r>
              <a:rPr lang="en-US" sz="1100" dirty="0"/>
              <a:t>=True)</a:t>
            </a:r>
          </a:p>
          <a:p>
            <a:r>
              <a:rPr lang="en-US" sz="1100" dirty="0"/>
              <a:t>                )</a:t>
            </a:r>
          </a:p>
          <a:p>
            <a:r>
              <a:rPr lang="en-US" sz="1100" dirty="0"/>
              <a:t>        self.decoder_3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nn.Conv2d(features[1], features[2], 3, padding=1),</a:t>
            </a:r>
          </a:p>
          <a:p>
            <a:r>
              <a:rPr lang="en-US" sz="1100" dirty="0"/>
              <a:t>            nn.BatchNorm2d(features[2]),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nn.Upsample</a:t>
            </a:r>
            <a:r>
              <a:rPr lang="en-US" sz="1100" dirty="0"/>
              <a:t>(</a:t>
            </a:r>
            <a:r>
              <a:rPr lang="en-US" sz="1100" dirty="0" err="1"/>
              <a:t>scale_factor</a:t>
            </a:r>
            <a:r>
              <a:rPr lang="en-US" sz="1100" dirty="0"/>
              <a:t>=2, mode="bilinear", </a:t>
            </a:r>
            <a:r>
              <a:rPr lang="en-US" sz="1100" dirty="0" err="1"/>
              <a:t>align_corners</a:t>
            </a:r>
            <a:r>
              <a:rPr lang="en-US" sz="1100" dirty="0"/>
              <a:t>=True)</a:t>
            </a:r>
          </a:p>
          <a:p>
            <a:r>
              <a:rPr lang="en-US" sz="1100" dirty="0"/>
              <a:t>        )</a:t>
            </a:r>
          </a:p>
          <a:p>
            <a:r>
              <a:rPr lang="en-US" sz="1100" dirty="0"/>
              <a:t>        self.decoder_4 = </a:t>
            </a:r>
            <a:r>
              <a:rPr lang="en-US" sz="1100" dirty="0" err="1"/>
              <a:t>nn.Sequential</a:t>
            </a:r>
            <a:r>
              <a:rPr lang="en-US" sz="1100" dirty="0"/>
              <a:t>(</a:t>
            </a:r>
          </a:p>
          <a:p>
            <a:r>
              <a:rPr lang="en-US" sz="1100" dirty="0"/>
              <a:t>            nn.Conv2d(features[2], features[3], 3, padding=1),</a:t>
            </a:r>
          </a:p>
          <a:p>
            <a:r>
              <a:rPr lang="en-US" sz="1100" dirty="0"/>
              <a:t>            nn.BatchNorm2d(features[3]),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nn.ReLU</a:t>
            </a:r>
            <a:r>
              <a:rPr lang="en-US" sz="1100" dirty="0"/>
              <a:t>(</a:t>
            </a:r>
            <a:r>
              <a:rPr lang="en-US" sz="1100" dirty="0" err="1"/>
              <a:t>inplace</a:t>
            </a:r>
            <a:r>
              <a:rPr lang="en-US" sz="1100" dirty="0"/>
              <a:t>=True),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nn.Upsample</a:t>
            </a:r>
            <a:r>
              <a:rPr lang="en-US" sz="1100" dirty="0"/>
              <a:t>(</a:t>
            </a:r>
            <a:r>
              <a:rPr lang="en-US" sz="1100" dirty="0" err="1"/>
              <a:t>scale_factor</a:t>
            </a:r>
            <a:r>
              <a:rPr lang="en-US" sz="1100" dirty="0"/>
              <a:t>=2, mode="bilinear", </a:t>
            </a:r>
            <a:r>
              <a:rPr lang="en-US" sz="1100" dirty="0" err="1"/>
              <a:t>align_corners</a:t>
            </a:r>
            <a:r>
              <a:rPr lang="en-US" sz="1100" dirty="0"/>
              <a:t>=True)</a:t>
            </a:r>
          </a:p>
          <a:p>
            <a:r>
              <a:rPr lang="en-US" sz="1100" dirty="0"/>
              <a:t>        )</a:t>
            </a:r>
          </a:p>
          <a:p>
            <a:endParaRPr lang="en-US" sz="1100" dirty="0"/>
          </a:p>
          <a:p>
            <a:r>
              <a:rPr lang="en-US" sz="1100" dirty="0"/>
              <a:t>        </a:t>
            </a:r>
            <a:r>
              <a:rPr lang="en-US" sz="1100" dirty="0" err="1"/>
              <a:t>self.final_out</a:t>
            </a:r>
            <a:r>
              <a:rPr lang="en-US" sz="1100" dirty="0"/>
              <a:t> = nn.Conv2d(features[-1], </a:t>
            </a:r>
            <a:r>
              <a:rPr lang="en-US" sz="1100" dirty="0" err="1"/>
              <a:t>out_channels</a:t>
            </a:r>
            <a:r>
              <a:rPr lang="en-US" sz="1100" dirty="0"/>
              <a:t>, 3, padding=1)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A54B84D-3770-D66C-F1AF-294D48F417DA}"/>
                  </a:ext>
                </a:extLst>
              </p:cNvPr>
              <p:cNvSpPr txBox="1"/>
              <p:nvPr/>
            </p:nvSpPr>
            <p:spPr>
              <a:xfrm>
                <a:off x="546850" y="-154205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A54B84D-3770-D66C-F1AF-294D48F41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0" y="-154205"/>
                <a:ext cx="1928604" cy="261610"/>
              </a:xfrm>
              <a:prstGeom prst="rect">
                <a:avLst/>
              </a:prstGeom>
              <a:blipFill>
                <a:blip r:embed="rId2"/>
                <a:stretch>
                  <a:fillRect b="-869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1E35D5A1-24D1-77FE-6531-709D0F220169}"/>
              </a:ext>
            </a:extLst>
          </p:cNvPr>
          <p:cNvSpPr txBox="1"/>
          <p:nvPr/>
        </p:nvSpPr>
        <p:spPr>
          <a:xfrm>
            <a:off x="545227" y="202452"/>
            <a:ext cx="192860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B0B39CA-D13B-02CA-E917-1CA3350A4EBB}"/>
              </a:ext>
            </a:extLst>
          </p:cNvPr>
          <p:cNvSpPr txBox="1"/>
          <p:nvPr/>
        </p:nvSpPr>
        <p:spPr>
          <a:xfrm>
            <a:off x="542836" y="551584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6B9F542-CB44-C927-363F-884176A15A36}"/>
              </a:ext>
            </a:extLst>
          </p:cNvPr>
          <p:cNvSpPr txBox="1"/>
          <p:nvPr/>
        </p:nvSpPr>
        <p:spPr>
          <a:xfrm>
            <a:off x="545877" y="920322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FBD064C-B6D8-9BCB-BF33-6D7DB3C4069F}"/>
                  </a:ext>
                </a:extLst>
              </p:cNvPr>
              <p:cNvSpPr txBox="1"/>
              <p:nvPr/>
            </p:nvSpPr>
            <p:spPr>
              <a:xfrm>
                <a:off x="546850" y="1742976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FBD064C-B6D8-9BCB-BF33-6D7DB3C40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0" y="1742976"/>
                <a:ext cx="1928604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TextBox 107">
            <a:extLst>
              <a:ext uri="{FF2B5EF4-FFF2-40B4-BE49-F238E27FC236}">
                <a16:creationId xmlns:a16="http://schemas.microsoft.com/office/drawing/2014/main" id="{103B7776-CFB7-1D20-FF2D-AE94DA73C9C1}"/>
              </a:ext>
            </a:extLst>
          </p:cNvPr>
          <p:cNvSpPr txBox="1"/>
          <p:nvPr/>
        </p:nvSpPr>
        <p:spPr>
          <a:xfrm>
            <a:off x="1003641" y="2181043"/>
            <a:ext cx="10150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9E24845-FFC9-A859-08DA-04DDFAE3498E}"/>
              </a:ext>
            </a:extLst>
          </p:cNvPr>
          <p:cNvSpPr txBox="1"/>
          <p:nvPr/>
        </p:nvSpPr>
        <p:spPr>
          <a:xfrm>
            <a:off x="519975" y="2609094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9148CFA-43F4-C0A7-B5E7-F3477F648F0F}"/>
              </a:ext>
            </a:extLst>
          </p:cNvPr>
          <p:cNvSpPr txBox="1"/>
          <p:nvPr/>
        </p:nvSpPr>
        <p:spPr>
          <a:xfrm>
            <a:off x="418447" y="3070534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17CDBED-EA94-FD09-962D-E4C5F5F80B10}"/>
                  </a:ext>
                </a:extLst>
              </p:cNvPr>
              <p:cNvSpPr txBox="1"/>
              <p:nvPr/>
            </p:nvSpPr>
            <p:spPr>
              <a:xfrm>
                <a:off x="595947" y="3640157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17CDBED-EA94-FD09-962D-E4C5F5F80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47" y="3640157"/>
                <a:ext cx="1928604" cy="2616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2F169A56-4CDE-F678-FB25-0A3F84F41634}"/>
              </a:ext>
            </a:extLst>
          </p:cNvPr>
          <p:cNvSpPr txBox="1"/>
          <p:nvPr/>
        </p:nvSpPr>
        <p:spPr>
          <a:xfrm>
            <a:off x="1052738" y="4078224"/>
            <a:ext cx="10150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0715886-9944-3A48-0174-B02DF67AD659}"/>
              </a:ext>
            </a:extLst>
          </p:cNvPr>
          <p:cNvSpPr txBox="1"/>
          <p:nvPr/>
        </p:nvSpPr>
        <p:spPr>
          <a:xfrm>
            <a:off x="569072" y="4506275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5AB95AA-F133-9CC7-B42D-0B558D2BBBF2}"/>
              </a:ext>
            </a:extLst>
          </p:cNvPr>
          <p:cNvSpPr txBox="1"/>
          <p:nvPr/>
        </p:nvSpPr>
        <p:spPr>
          <a:xfrm>
            <a:off x="467544" y="4967715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E800436-9E57-B6CD-C34F-A054D8A249F9}"/>
                  </a:ext>
                </a:extLst>
              </p:cNvPr>
              <p:cNvSpPr txBox="1"/>
              <p:nvPr/>
            </p:nvSpPr>
            <p:spPr>
              <a:xfrm>
                <a:off x="485574" y="5448412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E800436-9E57-B6CD-C34F-A054D8A24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74" y="5448412"/>
                <a:ext cx="1928604" cy="26161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9799CD0F-1AF7-EE56-C0C9-41E00D24C9BB}"/>
              </a:ext>
            </a:extLst>
          </p:cNvPr>
          <p:cNvSpPr txBox="1"/>
          <p:nvPr/>
        </p:nvSpPr>
        <p:spPr>
          <a:xfrm>
            <a:off x="942365" y="5886479"/>
            <a:ext cx="1015022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01A5889-966F-4549-C4F7-DC2B8BA093D8}"/>
              </a:ext>
            </a:extLst>
          </p:cNvPr>
          <p:cNvSpPr txBox="1"/>
          <p:nvPr/>
        </p:nvSpPr>
        <p:spPr>
          <a:xfrm>
            <a:off x="458699" y="6314530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D343778-E334-39E6-5B26-8DAD3EB16345}"/>
              </a:ext>
            </a:extLst>
          </p:cNvPr>
          <p:cNvSpPr txBox="1"/>
          <p:nvPr/>
        </p:nvSpPr>
        <p:spPr>
          <a:xfrm>
            <a:off x="357171" y="6775970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EAA714B-2643-EF4C-64B9-FC18D2F4D516}"/>
                  </a:ext>
                </a:extLst>
              </p:cNvPr>
              <p:cNvSpPr txBox="1"/>
              <p:nvPr/>
            </p:nvSpPr>
            <p:spPr>
              <a:xfrm>
                <a:off x="429987" y="7179765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EAA714B-2643-EF4C-64B9-FC18D2F4D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87" y="7179765"/>
                <a:ext cx="1928604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03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040947-6049-D264-7044-BB5934BEA6BD}"/>
              </a:ext>
            </a:extLst>
          </p:cNvPr>
          <p:cNvSpPr txBox="1"/>
          <p:nvPr/>
        </p:nvSpPr>
        <p:spPr>
          <a:xfrm>
            <a:off x="901851" y="-73026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decoder2D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A54B84D-3770-D66C-F1AF-294D48F417DA}"/>
                  </a:ext>
                </a:extLst>
              </p:cNvPr>
              <p:cNvSpPr txBox="1"/>
              <p:nvPr/>
            </p:nvSpPr>
            <p:spPr>
              <a:xfrm>
                <a:off x="5233448" y="185672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A54B84D-3770-D66C-F1AF-294D48F41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48" y="185672"/>
                <a:ext cx="1928604" cy="261610"/>
              </a:xfrm>
              <a:prstGeom prst="rect">
                <a:avLst/>
              </a:prstGeom>
              <a:blipFill>
                <a:blip r:embed="rId2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1E35D5A1-24D1-77FE-6531-709D0F220169}"/>
              </a:ext>
            </a:extLst>
          </p:cNvPr>
          <p:cNvSpPr txBox="1"/>
          <p:nvPr/>
        </p:nvSpPr>
        <p:spPr>
          <a:xfrm>
            <a:off x="5231825" y="542329"/>
            <a:ext cx="192860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B0B39CA-D13B-02CA-E917-1CA3350A4EBB}"/>
              </a:ext>
            </a:extLst>
          </p:cNvPr>
          <p:cNvSpPr txBox="1"/>
          <p:nvPr/>
        </p:nvSpPr>
        <p:spPr>
          <a:xfrm>
            <a:off x="5229434" y="891461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6B9F542-CB44-C927-363F-884176A15A36}"/>
              </a:ext>
            </a:extLst>
          </p:cNvPr>
          <p:cNvSpPr txBox="1"/>
          <p:nvPr/>
        </p:nvSpPr>
        <p:spPr>
          <a:xfrm>
            <a:off x="5232475" y="1260199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01A5889-966F-4549-C4F7-DC2B8BA093D8}"/>
              </a:ext>
            </a:extLst>
          </p:cNvPr>
          <p:cNvSpPr txBox="1"/>
          <p:nvPr/>
        </p:nvSpPr>
        <p:spPr>
          <a:xfrm>
            <a:off x="5220072" y="5949280"/>
            <a:ext cx="193666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C78DE-4571-3E3F-B813-25987575DD49}"/>
                  </a:ext>
                </a:extLst>
              </p:cNvPr>
              <p:cNvSpPr txBox="1"/>
              <p:nvPr/>
            </p:nvSpPr>
            <p:spPr>
              <a:xfrm>
                <a:off x="5232798" y="1627642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C78DE-4571-3E3F-B813-25987575D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798" y="1627642"/>
                <a:ext cx="1928604" cy="26161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9EF6F4D-58F9-6F58-B341-30A02E4EBC71}"/>
              </a:ext>
            </a:extLst>
          </p:cNvPr>
          <p:cNvSpPr txBox="1"/>
          <p:nvPr/>
        </p:nvSpPr>
        <p:spPr>
          <a:xfrm>
            <a:off x="5231175" y="1984299"/>
            <a:ext cx="192860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A4572D-6A26-695D-525E-80074998BCFE}"/>
              </a:ext>
            </a:extLst>
          </p:cNvPr>
          <p:cNvSpPr txBox="1"/>
          <p:nvPr/>
        </p:nvSpPr>
        <p:spPr>
          <a:xfrm>
            <a:off x="5228784" y="2333431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C1002D-1BA2-A81A-4A0D-16155E7CECDF}"/>
              </a:ext>
            </a:extLst>
          </p:cNvPr>
          <p:cNvSpPr txBox="1"/>
          <p:nvPr/>
        </p:nvSpPr>
        <p:spPr>
          <a:xfrm>
            <a:off x="5231825" y="2702169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A452D70-1B2D-88CE-A81B-8D0F215B4F55}"/>
                  </a:ext>
                </a:extLst>
              </p:cNvPr>
              <p:cNvSpPr txBox="1"/>
              <p:nvPr/>
            </p:nvSpPr>
            <p:spPr>
              <a:xfrm>
                <a:off x="5229757" y="3078254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A452D70-1B2D-88CE-A81B-8D0F215B4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757" y="3078254"/>
                <a:ext cx="1928604" cy="26161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7385464-F4DD-B472-668F-B83D8225200D}"/>
              </a:ext>
            </a:extLst>
          </p:cNvPr>
          <p:cNvSpPr txBox="1"/>
          <p:nvPr/>
        </p:nvSpPr>
        <p:spPr>
          <a:xfrm>
            <a:off x="5228134" y="3434911"/>
            <a:ext cx="192860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E414E4-43FA-7984-D47D-24376754569D}"/>
              </a:ext>
            </a:extLst>
          </p:cNvPr>
          <p:cNvSpPr txBox="1"/>
          <p:nvPr/>
        </p:nvSpPr>
        <p:spPr>
          <a:xfrm>
            <a:off x="5225743" y="3784043"/>
            <a:ext cx="193666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20D3FA-5C5D-4B9E-7175-E913DAD068C2}"/>
              </a:ext>
            </a:extLst>
          </p:cNvPr>
          <p:cNvSpPr txBox="1"/>
          <p:nvPr/>
        </p:nvSpPr>
        <p:spPr>
          <a:xfrm>
            <a:off x="5228784" y="4152781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988F4C-AB01-1445-D375-66245BC93986}"/>
                  </a:ext>
                </a:extLst>
              </p:cNvPr>
              <p:cNvSpPr txBox="1"/>
              <p:nvPr/>
            </p:nvSpPr>
            <p:spPr>
              <a:xfrm>
                <a:off x="5237819" y="4527571"/>
                <a:ext cx="1928604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988F4C-AB01-1445-D375-66245BC93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819" y="4527571"/>
                <a:ext cx="1928604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18E59594-E161-3F58-0CC0-121B50882313}"/>
              </a:ext>
            </a:extLst>
          </p:cNvPr>
          <p:cNvSpPr txBox="1"/>
          <p:nvPr/>
        </p:nvSpPr>
        <p:spPr>
          <a:xfrm>
            <a:off x="5236196" y="4884228"/>
            <a:ext cx="192860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4F8F17-23C7-1F90-B21A-990744998FC3}"/>
              </a:ext>
            </a:extLst>
          </p:cNvPr>
          <p:cNvSpPr txBox="1"/>
          <p:nvPr/>
        </p:nvSpPr>
        <p:spPr>
          <a:xfrm>
            <a:off x="5233805" y="5233360"/>
            <a:ext cx="193666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79D617-1C17-D619-4EF2-E493B3BEC5C9}"/>
              </a:ext>
            </a:extLst>
          </p:cNvPr>
          <p:cNvSpPr txBox="1"/>
          <p:nvPr/>
        </p:nvSpPr>
        <p:spPr>
          <a:xfrm>
            <a:off x="5236846" y="5602098"/>
            <a:ext cx="1928604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</p:spTree>
    <p:extLst>
      <p:ext uri="{BB962C8B-B14F-4D97-AF65-F5344CB8AC3E}">
        <p14:creationId xmlns:p14="http://schemas.microsoft.com/office/powerpoint/2010/main" val="226902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2B8B5B3-84FE-8754-8A9E-22B57070B87B}"/>
              </a:ext>
            </a:extLst>
          </p:cNvPr>
          <p:cNvSpPr txBox="1"/>
          <p:nvPr/>
        </p:nvSpPr>
        <p:spPr>
          <a:xfrm>
            <a:off x="-2313014" y="1321401"/>
            <a:ext cx="1928604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9F3007-90D3-E22D-204A-427162731EAF}"/>
              </a:ext>
            </a:extLst>
          </p:cNvPr>
          <p:cNvSpPr txBox="1"/>
          <p:nvPr/>
        </p:nvSpPr>
        <p:spPr>
          <a:xfrm>
            <a:off x="-1832958" y="1802054"/>
            <a:ext cx="1013419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TransModel2d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9B5FAD-D90A-FFB5-69E8-CBE1FD639241}"/>
              </a:ext>
            </a:extLst>
          </p:cNvPr>
          <p:cNvSpPr txBox="1"/>
          <p:nvPr/>
        </p:nvSpPr>
        <p:spPr>
          <a:xfrm>
            <a:off x="-2286521" y="2240141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dense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5C8FB6-872B-2086-662F-39EFF8652961}"/>
              </a:ext>
            </a:extLst>
          </p:cNvPr>
          <p:cNvSpPr txBox="1"/>
          <p:nvPr/>
        </p:nvSpPr>
        <p:spPr>
          <a:xfrm>
            <a:off x="-2286521" y="2678228"/>
            <a:ext cx="1928604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9200C9-5E8D-623B-3833-9B04863D4DB1}"/>
              </a:ext>
            </a:extLst>
          </p:cNvPr>
          <p:cNvSpPr txBox="1"/>
          <p:nvPr/>
        </p:nvSpPr>
        <p:spPr>
          <a:xfrm>
            <a:off x="-1926711" y="734012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Eecoder2D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26AE0F-1A65-2B30-1FDA-FE2C3E7B396A}"/>
              </a:ext>
            </a:extLst>
          </p:cNvPr>
          <p:cNvSpPr txBox="1"/>
          <p:nvPr/>
        </p:nvSpPr>
        <p:spPr>
          <a:xfrm>
            <a:off x="1766408" y="841323"/>
            <a:ext cx="1928604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InputDense2D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A602AC-86F4-CB6D-9F47-668FFE661916}"/>
              </a:ext>
            </a:extLst>
          </p:cNvPr>
          <p:cNvSpPr txBox="1"/>
          <p:nvPr/>
        </p:nvSpPr>
        <p:spPr>
          <a:xfrm>
            <a:off x="1752163" y="2188472"/>
            <a:ext cx="1928604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TransEmbeddings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E38DBF-466D-E17F-5E76-BAE2751E6FFE}"/>
              </a:ext>
            </a:extLst>
          </p:cNvPr>
          <p:cNvSpPr txBox="1"/>
          <p:nvPr/>
        </p:nvSpPr>
        <p:spPr>
          <a:xfrm>
            <a:off x="1766408" y="4219322"/>
            <a:ext cx="1928604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TransEncoder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6C17FC-A6DA-C8A6-3D19-0E931453E249}"/>
              </a:ext>
            </a:extLst>
          </p:cNvPr>
          <p:cNvSpPr txBox="1"/>
          <p:nvPr/>
        </p:nvSpPr>
        <p:spPr>
          <a:xfrm>
            <a:off x="4822514" y="1978531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EE4CA-4DB3-695F-C378-9705A50C773F}"/>
              </a:ext>
            </a:extLst>
          </p:cNvPr>
          <p:cNvSpPr txBox="1"/>
          <p:nvPr/>
        </p:nvSpPr>
        <p:spPr>
          <a:xfrm>
            <a:off x="4840871" y="2501751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2E2ED-FF7B-F446-DAC0-81F4DB02556F}"/>
              </a:ext>
            </a:extLst>
          </p:cNvPr>
          <p:cNvSpPr txBox="1"/>
          <p:nvPr/>
        </p:nvSpPr>
        <p:spPr>
          <a:xfrm>
            <a:off x="4822514" y="3035765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droupout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256C563E-874F-4009-258E-3775BD9498B4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 flipV="1">
            <a:off x="-819539" y="972128"/>
            <a:ext cx="2585947" cy="9607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4600D41A-E9B6-AE55-5D20-C6253CD5DDA3}"/>
              </a:ext>
            </a:extLst>
          </p:cNvPr>
          <p:cNvCxnSpPr>
            <a:stCxn id="13" idx="3"/>
            <a:endCxn id="20" idx="1"/>
          </p:cNvCxnSpPr>
          <p:nvPr/>
        </p:nvCxnSpPr>
        <p:spPr>
          <a:xfrm>
            <a:off x="-819539" y="1932859"/>
            <a:ext cx="2571702" cy="3864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D2B6E865-A055-CDA8-717D-D5FD5D3EA630}"/>
              </a:ext>
            </a:extLst>
          </p:cNvPr>
          <p:cNvCxnSpPr>
            <a:stCxn id="13" idx="3"/>
            <a:endCxn id="21" idx="1"/>
          </p:cNvCxnSpPr>
          <p:nvPr/>
        </p:nvCxnSpPr>
        <p:spPr>
          <a:xfrm>
            <a:off x="-819539" y="1932859"/>
            <a:ext cx="2585947" cy="24172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E70F4DF2-3E7A-3B97-4097-51E8FFD9EE0B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 flipV="1">
            <a:off x="3680767" y="2109336"/>
            <a:ext cx="1141747" cy="2099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3439EBA-6674-8795-949D-31E0E532D7ED}"/>
              </a:ext>
            </a:extLst>
          </p:cNvPr>
          <p:cNvCxnSpPr>
            <a:stCxn id="20" idx="3"/>
            <a:endCxn id="23" idx="1"/>
          </p:cNvCxnSpPr>
          <p:nvPr/>
        </p:nvCxnSpPr>
        <p:spPr>
          <a:xfrm>
            <a:off x="3680767" y="2319277"/>
            <a:ext cx="1160104" cy="3132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549E2569-F490-8418-99A7-0FB80152B1BB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>
            <a:off x="3680767" y="2319277"/>
            <a:ext cx="1141747" cy="8472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0781759-6821-F2BA-4951-AA912D52F9F5}"/>
              </a:ext>
            </a:extLst>
          </p:cNvPr>
          <p:cNvSpPr txBox="1"/>
          <p:nvPr/>
        </p:nvSpPr>
        <p:spPr>
          <a:xfrm>
            <a:off x="5183651" y="579713"/>
            <a:ext cx="55175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E1709-172B-3675-2409-E7E189758096}"/>
              </a:ext>
            </a:extLst>
          </p:cNvPr>
          <p:cNvSpPr txBox="1"/>
          <p:nvPr/>
        </p:nvSpPr>
        <p:spPr>
          <a:xfrm>
            <a:off x="5154936" y="972128"/>
            <a:ext cx="720069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ACT2FN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700C4D-6283-1095-EEDC-A432E852F1D1}"/>
              </a:ext>
            </a:extLst>
          </p:cNvPr>
          <p:cNvSpPr txBox="1"/>
          <p:nvPr/>
        </p:nvSpPr>
        <p:spPr>
          <a:xfrm>
            <a:off x="4912780" y="1444517"/>
            <a:ext cx="1114409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799368-AA3D-4AF7-D210-77C5D9813758}"/>
              </a:ext>
            </a:extLst>
          </p:cNvPr>
          <p:cNvSpPr txBox="1"/>
          <p:nvPr/>
        </p:nvSpPr>
        <p:spPr>
          <a:xfrm>
            <a:off x="4468204" y="4360921"/>
            <a:ext cx="785793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Translayer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71E8CDA-6741-CBD6-EDD4-8EAB03FB66FD}"/>
              </a:ext>
            </a:extLst>
          </p:cNvPr>
          <p:cNvCxnSpPr>
            <a:stCxn id="21" idx="3"/>
            <a:endCxn id="43" idx="1"/>
          </p:cNvCxnSpPr>
          <p:nvPr/>
        </p:nvCxnSpPr>
        <p:spPr>
          <a:xfrm>
            <a:off x="3695012" y="4350127"/>
            <a:ext cx="773192" cy="141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B3DC71-5D46-1E57-C092-A8AA36670431}"/>
              </a:ext>
            </a:extLst>
          </p:cNvPr>
          <p:cNvSpPr txBox="1"/>
          <p:nvPr/>
        </p:nvSpPr>
        <p:spPr>
          <a:xfrm>
            <a:off x="6027189" y="3957712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Transattention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BBE408-B230-07BD-23C1-368C0D88A34D}"/>
              </a:ext>
            </a:extLst>
          </p:cNvPr>
          <p:cNvSpPr txBox="1"/>
          <p:nvPr/>
        </p:nvSpPr>
        <p:spPr>
          <a:xfrm>
            <a:off x="6027189" y="449172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transintermediate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A14E89-1FF3-2CD2-8BAB-8DD3D338A6CE}"/>
              </a:ext>
            </a:extLst>
          </p:cNvPr>
          <p:cNvSpPr txBox="1"/>
          <p:nvPr/>
        </p:nvSpPr>
        <p:spPr>
          <a:xfrm>
            <a:off x="6012160" y="501317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Transoutput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673A9EE9-E6EC-32F6-A538-683574B75E0E}"/>
              </a:ext>
            </a:extLst>
          </p:cNvPr>
          <p:cNvCxnSpPr>
            <a:stCxn id="43" idx="3"/>
            <a:endCxn id="47" idx="1"/>
          </p:cNvCxnSpPr>
          <p:nvPr/>
        </p:nvCxnSpPr>
        <p:spPr>
          <a:xfrm flipV="1">
            <a:off x="5253997" y="4088517"/>
            <a:ext cx="773192" cy="4032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E522FFFC-5675-4158-94BD-4502D42CB343}"/>
              </a:ext>
            </a:extLst>
          </p:cNvPr>
          <p:cNvCxnSpPr>
            <a:stCxn id="43" idx="3"/>
            <a:endCxn id="48" idx="1"/>
          </p:cNvCxnSpPr>
          <p:nvPr/>
        </p:nvCxnSpPr>
        <p:spPr>
          <a:xfrm>
            <a:off x="5253997" y="4491726"/>
            <a:ext cx="773192" cy="1308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BA4E4B06-05A8-9BB1-E11B-555E2B9F85E4}"/>
              </a:ext>
            </a:extLst>
          </p:cNvPr>
          <p:cNvCxnSpPr>
            <a:stCxn id="43" idx="3"/>
            <a:endCxn id="49" idx="1"/>
          </p:cNvCxnSpPr>
          <p:nvPr/>
        </p:nvCxnSpPr>
        <p:spPr>
          <a:xfrm>
            <a:off x="5253997" y="4491726"/>
            <a:ext cx="758163" cy="6522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E29C6D8-A223-A1B9-7366-ED2D7FDF07D9}"/>
              </a:ext>
            </a:extLst>
          </p:cNvPr>
          <p:cNvSpPr txBox="1"/>
          <p:nvPr/>
        </p:nvSpPr>
        <p:spPr>
          <a:xfrm>
            <a:off x="8505585" y="4326546"/>
            <a:ext cx="55175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197468-AF14-8E15-3BEF-EE88ACDAD149}"/>
              </a:ext>
            </a:extLst>
          </p:cNvPr>
          <p:cNvSpPr txBox="1"/>
          <p:nvPr/>
        </p:nvSpPr>
        <p:spPr>
          <a:xfrm>
            <a:off x="8476870" y="4718961"/>
            <a:ext cx="720069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ACT2FN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9168DC4C-DEDE-D56D-11D5-10B42ABE7001}"/>
              </a:ext>
            </a:extLst>
          </p:cNvPr>
          <p:cNvCxnSpPr>
            <a:stCxn id="48" idx="3"/>
            <a:endCxn id="60" idx="1"/>
          </p:cNvCxnSpPr>
          <p:nvPr/>
        </p:nvCxnSpPr>
        <p:spPr>
          <a:xfrm flipV="1">
            <a:off x="7963855" y="4457351"/>
            <a:ext cx="541730" cy="1651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EE0039B1-637B-D232-2ED3-E32B1ED7E9E1}"/>
              </a:ext>
            </a:extLst>
          </p:cNvPr>
          <p:cNvCxnSpPr>
            <a:stCxn id="48" idx="3"/>
            <a:endCxn id="61" idx="1"/>
          </p:cNvCxnSpPr>
          <p:nvPr/>
        </p:nvCxnSpPr>
        <p:spPr>
          <a:xfrm>
            <a:off x="7963855" y="4622531"/>
            <a:ext cx="513015" cy="2272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1F8E454-ECF9-5C6D-D99D-EB525A3E1B4B}"/>
              </a:ext>
            </a:extLst>
          </p:cNvPr>
          <p:cNvSpPr txBox="1"/>
          <p:nvPr/>
        </p:nvSpPr>
        <p:spPr>
          <a:xfrm>
            <a:off x="8206628" y="3227592"/>
            <a:ext cx="1149675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transselfattention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1190F1-5B59-4062-C489-04684F2F03C4}"/>
              </a:ext>
            </a:extLst>
          </p:cNvPr>
          <p:cNvSpPr txBox="1"/>
          <p:nvPr/>
        </p:nvSpPr>
        <p:spPr>
          <a:xfrm>
            <a:off x="8327793" y="3620007"/>
            <a:ext cx="101822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transselfoutput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FE296011-8A7A-650A-FA0D-F16AA5EC99AF}"/>
              </a:ext>
            </a:extLst>
          </p:cNvPr>
          <p:cNvCxnSpPr>
            <a:stCxn id="47" idx="3"/>
            <a:endCxn id="67" idx="1"/>
          </p:cNvCxnSpPr>
          <p:nvPr/>
        </p:nvCxnSpPr>
        <p:spPr>
          <a:xfrm flipV="1">
            <a:off x="7963855" y="3750812"/>
            <a:ext cx="363938" cy="3377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433C44FA-DABB-5387-0FE7-B65A1D4E5D8A}"/>
              </a:ext>
            </a:extLst>
          </p:cNvPr>
          <p:cNvCxnSpPr>
            <a:stCxn id="47" idx="3"/>
            <a:endCxn id="66" idx="1"/>
          </p:cNvCxnSpPr>
          <p:nvPr/>
        </p:nvCxnSpPr>
        <p:spPr>
          <a:xfrm flipV="1">
            <a:off x="7963855" y="3358397"/>
            <a:ext cx="242773" cy="7301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DAD7BB9-106D-93EF-B353-DD7056A7A4C7}"/>
              </a:ext>
            </a:extLst>
          </p:cNvPr>
          <p:cNvSpPr txBox="1"/>
          <p:nvPr/>
        </p:nvSpPr>
        <p:spPr>
          <a:xfrm>
            <a:off x="8476870" y="5250606"/>
            <a:ext cx="55175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B0C976-5D2C-4A65-59D9-1E17BC2D6F36}"/>
              </a:ext>
            </a:extLst>
          </p:cNvPr>
          <p:cNvSpPr txBox="1"/>
          <p:nvPr/>
        </p:nvSpPr>
        <p:spPr>
          <a:xfrm>
            <a:off x="8400700" y="5652241"/>
            <a:ext cx="69281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droupout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D16E64-C711-6609-52E4-F324E2C34FB6}"/>
              </a:ext>
            </a:extLst>
          </p:cNvPr>
          <p:cNvSpPr txBox="1"/>
          <p:nvPr/>
        </p:nvSpPr>
        <p:spPr>
          <a:xfrm>
            <a:off x="8220362" y="6183886"/>
            <a:ext cx="19366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BB9FA3D0-7D8D-B6E2-259F-5C432FA27B08}"/>
              </a:ext>
            </a:extLst>
          </p:cNvPr>
          <p:cNvCxnSpPr>
            <a:stCxn id="49" idx="3"/>
            <a:endCxn id="72" idx="1"/>
          </p:cNvCxnSpPr>
          <p:nvPr/>
        </p:nvCxnSpPr>
        <p:spPr>
          <a:xfrm>
            <a:off x="7948826" y="5143981"/>
            <a:ext cx="528044" cy="2374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9067EE84-C10E-BCFC-A8C0-A66429D4D5E9}"/>
              </a:ext>
            </a:extLst>
          </p:cNvPr>
          <p:cNvCxnSpPr>
            <a:stCxn id="49" idx="3"/>
            <a:endCxn id="73" idx="1"/>
          </p:cNvCxnSpPr>
          <p:nvPr/>
        </p:nvCxnSpPr>
        <p:spPr>
          <a:xfrm>
            <a:off x="7948826" y="5143981"/>
            <a:ext cx="451874" cy="6390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30773F2E-4E90-7675-1B9C-1DAFFEA10D91}"/>
              </a:ext>
            </a:extLst>
          </p:cNvPr>
          <p:cNvCxnSpPr>
            <a:stCxn id="49" idx="3"/>
            <a:endCxn id="74" idx="1"/>
          </p:cNvCxnSpPr>
          <p:nvPr/>
        </p:nvCxnSpPr>
        <p:spPr>
          <a:xfrm>
            <a:off x="7948826" y="5143981"/>
            <a:ext cx="271536" cy="11707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3820327C-179D-28A8-4395-94F002F2CE01}"/>
              </a:ext>
            </a:extLst>
          </p:cNvPr>
          <p:cNvCxnSpPr>
            <a:stCxn id="19" idx="3"/>
            <a:endCxn id="40" idx="1"/>
          </p:cNvCxnSpPr>
          <p:nvPr/>
        </p:nvCxnSpPr>
        <p:spPr>
          <a:xfrm flipV="1">
            <a:off x="3695012" y="710518"/>
            <a:ext cx="1488639" cy="2616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5CD2B98-F227-571D-D7D8-4B8531CD75C6}"/>
              </a:ext>
            </a:extLst>
          </p:cNvPr>
          <p:cNvCxnSpPr>
            <a:stCxn id="19" idx="3"/>
            <a:endCxn id="41" idx="1"/>
          </p:cNvCxnSpPr>
          <p:nvPr/>
        </p:nvCxnSpPr>
        <p:spPr>
          <a:xfrm>
            <a:off x="3695012" y="972128"/>
            <a:ext cx="1459924" cy="130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CD22EA89-F447-2130-5400-C7F005010B4E}"/>
              </a:ext>
            </a:extLst>
          </p:cNvPr>
          <p:cNvCxnSpPr>
            <a:stCxn id="19" idx="3"/>
            <a:endCxn id="42" idx="1"/>
          </p:cNvCxnSpPr>
          <p:nvPr/>
        </p:nvCxnSpPr>
        <p:spPr>
          <a:xfrm>
            <a:off x="3695012" y="972128"/>
            <a:ext cx="1217768" cy="6031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87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Hexagon 124">
            <a:extLst>
              <a:ext uri="{FF2B5EF4-FFF2-40B4-BE49-F238E27FC236}">
                <a16:creationId xmlns:a16="http://schemas.microsoft.com/office/drawing/2014/main" id="{1CE9903F-535F-4551-DE4D-A5DF7FA9A4B5}"/>
              </a:ext>
            </a:extLst>
          </p:cNvPr>
          <p:cNvSpPr/>
          <p:nvPr/>
        </p:nvSpPr>
        <p:spPr>
          <a:xfrm>
            <a:off x="4807066" y="829786"/>
            <a:ext cx="4377380" cy="3560077"/>
          </a:xfrm>
          <a:prstGeom prst="hexagon">
            <a:avLst/>
          </a:prstGeom>
          <a:solidFill>
            <a:srgbClr val="FFC000">
              <a:alpha val="30000"/>
            </a:srgbClr>
          </a:solidFill>
          <a:ln>
            <a:solidFill>
              <a:srgbClr val="FFC00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B2E98F-0609-290C-174D-7F38FD540C78}"/>
              </a:ext>
            </a:extLst>
          </p:cNvPr>
          <p:cNvSpPr/>
          <p:nvPr/>
        </p:nvSpPr>
        <p:spPr>
          <a:xfrm>
            <a:off x="1226757" y="823738"/>
            <a:ext cx="360040" cy="360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6C17FC-A6DA-C8A6-3D19-0E931453E249}"/>
              </a:ext>
            </a:extLst>
          </p:cNvPr>
          <p:cNvSpPr txBox="1"/>
          <p:nvPr/>
        </p:nvSpPr>
        <p:spPr>
          <a:xfrm>
            <a:off x="808353" y="1607576"/>
            <a:ext cx="1231593" cy="2653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2E2ED-FF7B-F446-DAC0-81F4DB02556F}"/>
              </a:ext>
            </a:extLst>
          </p:cNvPr>
          <p:cNvSpPr txBox="1"/>
          <p:nvPr/>
        </p:nvSpPr>
        <p:spPr>
          <a:xfrm>
            <a:off x="795736" y="2371713"/>
            <a:ext cx="1212151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ECA919-E8F5-3450-B302-362CEF60E340}"/>
              </a:ext>
            </a:extLst>
          </p:cNvPr>
          <p:cNvSpPr txBox="1"/>
          <p:nvPr/>
        </p:nvSpPr>
        <p:spPr>
          <a:xfrm>
            <a:off x="808353" y="535120"/>
            <a:ext cx="120287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A582B2-1A5F-B038-875C-3BDF56D97623}"/>
              </a:ext>
            </a:extLst>
          </p:cNvPr>
          <p:cNvSpPr txBox="1"/>
          <p:nvPr/>
        </p:nvSpPr>
        <p:spPr>
          <a:xfrm>
            <a:off x="1142061" y="880647"/>
            <a:ext cx="52943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1DF7FE-D97A-638D-1A0F-9B6462AD7534}"/>
              </a:ext>
            </a:extLst>
          </p:cNvPr>
          <p:cNvSpPr txBox="1"/>
          <p:nvPr/>
        </p:nvSpPr>
        <p:spPr>
          <a:xfrm>
            <a:off x="805009" y="1223573"/>
            <a:ext cx="1202878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D6AB4A0-ECB6-68D2-E83F-94277FEAE6A4}"/>
              </a:ext>
            </a:extLst>
          </p:cNvPr>
          <p:cNvSpPr txBox="1"/>
          <p:nvPr/>
        </p:nvSpPr>
        <p:spPr>
          <a:xfrm>
            <a:off x="805009" y="1977992"/>
            <a:ext cx="1202878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A5FA320-0EBA-9394-0E15-255A38691E5D}"/>
              </a:ext>
            </a:extLst>
          </p:cNvPr>
          <p:cNvSpPr txBox="1"/>
          <p:nvPr/>
        </p:nvSpPr>
        <p:spPr>
          <a:xfrm>
            <a:off x="781868" y="3360252"/>
            <a:ext cx="120287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41C1C3-5FF6-B473-6164-DB1E452B994C}"/>
              </a:ext>
            </a:extLst>
          </p:cNvPr>
          <p:cNvSpPr txBox="1"/>
          <p:nvPr/>
        </p:nvSpPr>
        <p:spPr>
          <a:xfrm>
            <a:off x="781868" y="3716811"/>
            <a:ext cx="1212151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8FCAE5-E788-592D-E9A6-E5B68EA2789F}"/>
              </a:ext>
            </a:extLst>
          </p:cNvPr>
          <p:cNvSpPr txBox="1"/>
          <p:nvPr/>
        </p:nvSpPr>
        <p:spPr>
          <a:xfrm>
            <a:off x="781868" y="4070609"/>
            <a:ext cx="1202878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43FBC6F-44E8-43E7-072E-12C6D13CD2A8}"/>
              </a:ext>
            </a:extLst>
          </p:cNvPr>
          <p:cNvSpPr txBox="1"/>
          <p:nvPr/>
        </p:nvSpPr>
        <p:spPr>
          <a:xfrm>
            <a:off x="778339" y="4425335"/>
            <a:ext cx="120287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BE7AB1A-D589-18CE-E2F0-4CF457A5D1C0}"/>
              </a:ext>
            </a:extLst>
          </p:cNvPr>
          <p:cNvSpPr txBox="1"/>
          <p:nvPr/>
        </p:nvSpPr>
        <p:spPr>
          <a:xfrm>
            <a:off x="763157" y="5179928"/>
            <a:ext cx="120287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A532D3A-04DC-9680-CF37-8BA7B8664D69}"/>
              </a:ext>
            </a:extLst>
          </p:cNvPr>
          <p:cNvSpPr txBox="1"/>
          <p:nvPr/>
        </p:nvSpPr>
        <p:spPr>
          <a:xfrm>
            <a:off x="753884" y="5511277"/>
            <a:ext cx="1212151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0024C66-DE6F-7611-ADE4-AC359763D413}"/>
              </a:ext>
            </a:extLst>
          </p:cNvPr>
          <p:cNvSpPr txBox="1"/>
          <p:nvPr/>
        </p:nvSpPr>
        <p:spPr>
          <a:xfrm>
            <a:off x="762294" y="5848607"/>
            <a:ext cx="1202878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4DA650A-3B42-371B-5423-8AD3DFD9F806}"/>
              </a:ext>
            </a:extLst>
          </p:cNvPr>
          <p:cNvSpPr/>
          <p:nvPr/>
        </p:nvSpPr>
        <p:spPr>
          <a:xfrm>
            <a:off x="1207613" y="4739071"/>
            <a:ext cx="360040" cy="360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12C4D34-E890-3252-A349-C65EEC7F5CCA}"/>
              </a:ext>
            </a:extLst>
          </p:cNvPr>
          <p:cNvSpPr txBox="1"/>
          <p:nvPr/>
        </p:nvSpPr>
        <p:spPr>
          <a:xfrm>
            <a:off x="1122917" y="4795980"/>
            <a:ext cx="52943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13DCC650-CB61-69A3-D814-1159E3D5A7D7}"/>
              </a:ext>
            </a:extLst>
          </p:cNvPr>
          <p:cNvSpPr/>
          <p:nvPr/>
        </p:nvSpPr>
        <p:spPr>
          <a:xfrm>
            <a:off x="1005745" y="2695244"/>
            <a:ext cx="677661" cy="584191"/>
          </a:xfrm>
          <a:prstGeom prst="hexag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F8E454-ECF9-5C6D-D99D-EB525A3E1B4B}"/>
              </a:ext>
            </a:extLst>
          </p:cNvPr>
          <p:cNvSpPr txBox="1"/>
          <p:nvPr/>
        </p:nvSpPr>
        <p:spPr>
          <a:xfrm>
            <a:off x="986945" y="2822543"/>
            <a:ext cx="715260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B606667-ADE0-DFBE-A6AD-69197A0B9272}"/>
              </a:ext>
            </a:extLst>
          </p:cNvPr>
          <p:cNvSpPr txBox="1"/>
          <p:nvPr/>
        </p:nvSpPr>
        <p:spPr>
          <a:xfrm>
            <a:off x="5550644" y="1217729"/>
            <a:ext cx="68781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BF43CA1-049E-408C-6108-BBA3169EDB76}"/>
              </a:ext>
            </a:extLst>
          </p:cNvPr>
          <p:cNvSpPr txBox="1"/>
          <p:nvPr/>
        </p:nvSpPr>
        <p:spPr>
          <a:xfrm>
            <a:off x="6665641" y="1217729"/>
            <a:ext cx="687815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38604A0-4567-CB24-DE4C-E2981A7C78BA}"/>
              </a:ext>
            </a:extLst>
          </p:cNvPr>
          <p:cNvSpPr txBox="1"/>
          <p:nvPr/>
        </p:nvSpPr>
        <p:spPr>
          <a:xfrm>
            <a:off x="7733372" y="1222891"/>
            <a:ext cx="687815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32E39FB-B376-C34B-0A31-16BE2B533AF6}"/>
              </a:ext>
            </a:extLst>
          </p:cNvPr>
          <p:cNvSpPr/>
          <p:nvPr/>
        </p:nvSpPr>
        <p:spPr>
          <a:xfrm>
            <a:off x="6262967" y="1946823"/>
            <a:ext cx="393721" cy="3937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C1BE5F-401D-841C-78A8-940A8E96AA70}"/>
                  </a:ext>
                </a:extLst>
              </p:cNvPr>
              <p:cNvSpPr txBox="1"/>
              <p:nvPr/>
            </p:nvSpPr>
            <p:spPr>
              <a:xfrm>
                <a:off x="6262967" y="1959017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C1BE5F-401D-841C-78A8-940A8E96A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967" y="1959017"/>
                <a:ext cx="40267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3B6483A7-163F-352D-D216-0AB3DDA0D300}"/>
              </a:ext>
            </a:extLst>
          </p:cNvPr>
          <p:cNvSpPr txBox="1"/>
          <p:nvPr/>
        </p:nvSpPr>
        <p:spPr>
          <a:xfrm>
            <a:off x="5858872" y="2786190"/>
            <a:ext cx="1212151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12B95F-E3E3-4560-3B8D-40E124F213D8}"/>
              </a:ext>
            </a:extLst>
          </p:cNvPr>
          <p:cNvSpPr txBox="1"/>
          <p:nvPr/>
        </p:nvSpPr>
        <p:spPr>
          <a:xfrm>
            <a:off x="5858871" y="3161033"/>
            <a:ext cx="1212151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AE12979-8C95-B5CB-6731-F2B5368661E8}"/>
              </a:ext>
            </a:extLst>
          </p:cNvPr>
          <p:cNvSpPr/>
          <p:nvPr/>
        </p:nvSpPr>
        <p:spPr>
          <a:xfrm>
            <a:off x="7071022" y="3809911"/>
            <a:ext cx="393721" cy="3937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E649A61-FDF3-F0D8-1691-63730FC71C23}"/>
                  </a:ext>
                </a:extLst>
              </p:cNvPr>
              <p:cNvSpPr txBox="1"/>
              <p:nvPr/>
            </p:nvSpPr>
            <p:spPr>
              <a:xfrm>
                <a:off x="7071022" y="3822105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E649A61-FDF3-F0D8-1691-63730FC71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022" y="3822105"/>
                <a:ext cx="40267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047CF9CF-D408-556F-3096-3DF11988CEB5}"/>
              </a:ext>
            </a:extLst>
          </p:cNvPr>
          <p:cNvCxnSpPr>
            <a:cxnSpLocks/>
            <a:stCxn id="95" idx="2"/>
            <a:endCxn id="16" idx="1"/>
          </p:cNvCxnSpPr>
          <p:nvPr/>
        </p:nvCxnSpPr>
        <p:spPr>
          <a:xfrm rot="16200000" flipH="1">
            <a:off x="5746587" y="1627303"/>
            <a:ext cx="664344" cy="3684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96742F9B-69B6-007F-5F88-5AC3D27D1D82}"/>
              </a:ext>
            </a:extLst>
          </p:cNvPr>
          <p:cNvCxnSpPr>
            <a:cxnSpLocks/>
            <a:stCxn id="96" idx="2"/>
            <a:endCxn id="16" idx="3"/>
          </p:cNvCxnSpPr>
          <p:nvPr/>
        </p:nvCxnSpPr>
        <p:spPr>
          <a:xfrm rot="5400000">
            <a:off x="6505423" y="1639557"/>
            <a:ext cx="664344" cy="3439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72B7E2A2-48AD-9E1D-8FA1-247990483F38}"/>
              </a:ext>
            </a:extLst>
          </p:cNvPr>
          <p:cNvCxnSpPr>
            <a:cxnSpLocks/>
            <a:stCxn id="97" idx="2"/>
            <a:endCxn id="101" idx="3"/>
          </p:cNvCxnSpPr>
          <p:nvPr/>
        </p:nvCxnSpPr>
        <p:spPr>
          <a:xfrm rot="5400000">
            <a:off x="6514353" y="2443844"/>
            <a:ext cx="2522270" cy="6035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94ED24B3-6F71-7DF5-D230-22A7E345433A}"/>
              </a:ext>
            </a:extLst>
          </p:cNvPr>
          <p:cNvCxnSpPr>
            <a:cxnSpLocks/>
            <a:stCxn id="99" idx="2"/>
            <a:endCxn id="101" idx="1"/>
          </p:cNvCxnSpPr>
          <p:nvPr/>
        </p:nvCxnSpPr>
        <p:spPr>
          <a:xfrm rot="16200000" flipH="1">
            <a:off x="6475920" y="3411669"/>
            <a:ext cx="584128" cy="6060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C97876-AD2A-0495-AC5A-4E5FA2291B74}"/>
              </a:ext>
            </a:extLst>
          </p:cNvPr>
          <p:cNvCxnSpPr>
            <a:cxnSpLocks/>
            <a:stCxn id="15" idx="4"/>
            <a:endCxn id="98" idx="0"/>
          </p:cNvCxnSpPr>
          <p:nvPr/>
        </p:nvCxnSpPr>
        <p:spPr>
          <a:xfrm>
            <a:off x="6459828" y="2340544"/>
            <a:ext cx="5120" cy="44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09D3D7CD-C3D1-9FB6-DC7A-9832AFB98E95}"/>
              </a:ext>
            </a:extLst>
          </p:cNvPr>
          <p:cNvSpPr txBox="1"/>
          <p:nvPr/>
        </p:nvSpPr>
        <p:spPr>
          <a:xfrm>
            <a:off x="6778591" y="443208"/>
            <a:ext cx="480958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B4090BAF-B587-E27B-AF01-C3C6AF8830CC}"/>
              </a:ext>
            </a:extLst>
          </p:cNvPr>
          <p:cNvCxnSpPr>
            <a:cxnSpLocks/>
            <a:stCxn id="106" idx="2"/>
            <a:endCxn id="95" idx="0"/>
          </p:cNvCxnSpPr>
          <p:nvPr/>
        </p:nvCxnSpPr>
        <p:spPr>
          <a:xfrm rot="5400000">
            <a:off x="6200356" y="399014"/>
            <a:ext cx="512911" cy="11245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11342B6C-A006-AE7C-CDA1-0E2CD869445A}"/>
              </a:ext>
            </a:extLst>
          </p:cNvPr>
          <p:cNvCxnSpPr>
            <a:cxnSpLocks/>
            <a:stCxn id="106" idx="2"/>
            <a:endCxn id="97" idx="0"/>
          </p:cNvCxnSpPr>
          <p:nvPr/>
        </p:nvCxnSpPr>
        <p:spPr>
          <a:xfrm rot="16200000" flipH="1">
            <a:off x="7289139" y="434749"/>
            <a:ext cx="518073" cy="10582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4F07CEA-9EC5-1400-9F17-520621F90883}"/>
              </a:ext>
            </a:extLst>
          </p:cNvPr>
          <p:cNvCxnSpPr>
            <a:cxnSpLocks/>
            <a:stCxn id="106" idx="2"/>
            <a:endCxn id="96" idx="0"/>
          </p:cNvCxnSpPr>
          <p:nvPr/>
        </p:nvCxnSpPr>
        <p:spPr>
          <a:xfrm flipH="1">
            <a:off x="7009549" y="704818"/>
            <a:ext cx="9521" cy="512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4E14DB6-ECBC-DF4D-16AB-834B05641FD9}"/>
              </a:ext>
            </a:extLst>
          </p:cNvPr>
          <p:cNvSpPr txBox="1"/>
          <p:nvPr/>
        </p:nvSpPr>
        <p:spPr>
          <a:xfrm>
            <a:off x="6881408" y="4590900"/>
            <a:ext cx="7562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76188E7-26C1-AAA0-F544-3F8E4FE606FB}"/>
              </a:ext>
            </a:extLst>
          </p:cNvPr>
          <p:cNvCxnSpPr>
            <a:stCxn id="100" idx="4"/>
            <a:endCxn id="122" idx="0"/>
          </p:cNvCxnSpPr>
          <p:nvPr/>
        </p:nvCxnSpPr>
        <p:spPr>
          <a:xfrm flipH="1">
            <a:off x="7259549" y="4203632"/>
            <a:ext cx="8334" cy="387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E8FD6396-DF83-7A8D-61B3-30C0BAF85803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 flipH="1">
            <a:off x="6464947" y="3047800"/>
            <a:ext cx="1" cy="113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93EB0253-6BD6-1D54-717D-C9E904D91338}"/>
              </a:ext>
            </a:extLst>
          </p:cNvPr>
          <p:cNvSpPr/>
          <p:nvPr/>
        </p:nvSpPr>
        <p:spPr>
          <a:xfrm>
            <a:off x="4192891" y="5728690"/>
            <a:ext cx="393721" cy="3815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08148A7-4CA2-FEE5-10F0-58AC14675B9B}"/>
                  </a:ext>
                </a:extLst>
              </p:cNvPr>
              <p:cNvSpPr txBox="1"/>
              <p:nvPr/>
            </p:nvSpPr>
            <p:spPr>
              <a:xfrm>
                <a:off x="5553194" y="5099111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08148A7-4CA2-FEE5-10F0-58AC1467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194" y="5099111"/>
                <a:ext cx="40267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27BA839E-4744-84EA-DD69-35DE6E187810}"/>
              </a:ext>
            </a:extLst>
          </p:cNvPr>
          <p:cNvSpPr txBox="1"/>
          <p:nvPr/>
        </p:nvSpPr>
        <p:spPr>
          <a:xfrm>
            <a:off x="5946915" y="5072206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Matrix multiple</a:t>
            </a:r>
          </a:p>
        </p:txBody>
      </p:sp>
    </p:spTree>
    <p:extLst>
      <p:ext uri="{BB962C8B-B14F-4D97-AF65-F5344CB8AC3E}">
        <p14:creationId xmlns:p14="http://schemas.microsoft.com/office/powerpoint/2010/main" val="2159871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C35506D2-6D40-2D13-EC99-8D4C146BCF2C}"/>
              </a:ext>
            </a:extLst>
          </p:cNvPr>
          <p:cNvSpPr/>
          <p:nvPr/>
        </p:nvSpPr>
        <p:spPr>
          <a:xfrm>
            <a:off x="2927620" y="445277"/>
            <a:ext cx="360040" cy="360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B5246B-45AC-54EF-44A1-7ACC7414A1C0}"/>
              </a:ext>
            </a:extLst>
          </p:cNvPr>
          <p:cNvSpPr txBox="1"/>
          <p:nvPr/>
        </p:nvSpPr>
        <p:spPr>
          <a:xfrm>
            <a:off x="2486877" y="1379436"/>
            <a:ext cx="1231593" cy="2653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DC2A4-DB07-803F-75F3-CC4FF1AF6D26}"/>
              </a:ext>
            </a:extLst>
          </p:cNvPr>
          <p:cNvSpPr txBox="1"/>
          <p:nvPr/>
        </p:nvSpPr>
        <p:spPr>
          <a:xfrm>
            <a:off x="2486830" y="2173514"/>
            <a:ext cx="123660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1A1F5-65A5-797B-3365-308F54EEE92F}"/>
              </a:ext>
            </a:extLst>
          </p:cNvPr>
          <p:cNvSpPr txBox="1"/>
          <p:nvPr/>
        </p:nvSpPr>
        <p:spPr>
          <a:xfrm>
            <a:off x="2491843" y="0"/>
            <a:ext cx="1231593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4EDF09-54F6-B906-BE03-E651A2B4B8AB}"/>
              </a:ext>
            </a:extLst>
          </p:cNvPr>
          <p:cNvSpPr txBox="1"/>
          <p:nvPr/>
        </p:nvSpPr>
        <p:spPr>
          <a:xfrm>
            <a:off x="2842924" y="502186"/>
            <a:ext cx="52943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F190E-9EC1-463F-1AFB-E8780811E64D}"/>
              </a:ext>
            </a:extLst>
          </p:cNvPr>
          <p:cNvSpPr txBox="1"/>
          <p:nvPr/>
        </p:nvSpPr>
        <p:spPr>
          <a:xfrm>
            <a:off x="2488577" y="974379"/>
            <a:ext cx="123159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457725-E985-6290-C4BE-99E01D69737F}"/>
              </a:ext>
            </a:extLst>
          </p:cNvPr>
          <p:cNvSpPr txBox="1"/>
          <p:nvPr/>
        </p:nvSpPr>
        <p:spPr>
          <a:xfrm>
            <a:off x="2489052" y="1774177"/>
            <a:ext cx="1229418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723F01-B1F1-8354-5B54-A5A9F4979CEC}"/>
              </a:ext>
            </a:extLst>
          </p:cNvPr>
          <p:cNvSpPr txBox="1"/>
          <p:nvPr/>
        </p:nvSpPr>
        <p:spPr>
          <a:xfrm>
            <a:off x="2479202" y="3387619"/>
            <a:ext cx="123926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ADFCA-099B-80EF-BA51-91391A7E5EEA}"/>
              </a:ext>
            </a:extLst>
          </p:cNvPr>
          <p:cNvSpPr txBox="1"/>
          <p:nvPr/>
        </p:nvSpPr>
        <p:spPr>
          <a:xfrm>
            <a:off x="2479202" y="3784067"/>
            <a:ext cx="1239267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920E-0B7C-07FD-412C-F18CD4456F1A}"/>
              </a:ext>
            </a:extLst>
          </p:cNvPr>
          <p:cNvSpPr txBox="1"/>
          <p:nvPr/>
        </p:nvSpPr>
        <p:spPr>
          <a:xfrm>
            <a:off x="2473458" y="4238317"/>
            <a:ext cx="1245011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777AC8-EBEA-BF29-850F-4C49EEBB26AB}"/>
              </a:ext>
            </a:extLst>
          </p:cNvPr>
          <p:cNvSpPr txBox="1"/>
          <p:nvPr/>
        </p:nvSpPr>
        <p:spPr>
          <a:xfrm>
            <a:off x="2469929" y="4665051"/>
            <a:ext cx="1248540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D1E3A7-17B6-B222-8F99-C37F16E1EAE3}"/>
              </a:ext>
            </a:extLst>
          </p:cNvPr>
          <p:cNvSpPr txBox="1"/>
          <p:nvPr/>
        </p:nvSpPr>
        <p:spPr>
          <a:xfrm>
            <a:off x="2469928" y="5635668"/>
            <a:ext cx="1248540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9C55DF-788F-08C7-E3EE-4193D1768417}"/>
              </a:ext>
            </a:extLst>
          </p:cNvPr>
          <p:cNvSpPr txBox="1"/>
          <p:nvPr/>
        </p:nvSpPr>
        <p:spPr>
          <a:xfrm>
            <a:off x="2454747" y="6039025"/>
            <a:ext cx="1263721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591BCB-AC50-F265-C908-262BF545B8C5}"/>
              </a:ext>
            </a:extLst>
          </p:cNvPr>
          <p:cNvSpPr txBox="1"/>
          <p:nvPr/>
        </p:nvSpPr>
        <p:spPr>
          <a:xfrm>
            <a:off x="2454748" y="6421941"/>
            <a:ext cx="1272130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ECD42F-4FD9-5B64-4A2F-F2F6E071C879}"/>
              </a:ext>
            </a:extLst>
          </p:cNvPr>
          <p:cNvSpPr/>
          <p:nvPr/>
        </p:nvSpPr>
        <p:spPr>
          <a:xfrm>
            <a:off x="2908476" y="5122803"/>
            <a:ext cx="360040" cy="360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6C2E80-A12F-5F65-74E4-404EA290867C}"/>
              </a:ext>
            </a:extLst>
          </p:cNvPr>
          <p:cNvSpPr txBox="1"/>
          <p:nvPr/>
        </p:nvSpPr>
        <p:spPr>
          <a:xfrm>
            <a:off x="2823780" y="5179712"/>
            <a:ext cx="52943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A377DEB2-EA0F-2CF9-DC33-3AAE0317E19A}"/>
              </a:ext>
            </a:extLst>
          </p:cNvPr>
          <p:cNvSpPr/>
          <p:nvPr/>
        </p:nvSpPr>
        <p:spPr>
          <a:xfrm>
            <a:off x="2763844" y="2620837"/>
            <a:ext cx="677661" cy="584191"/>
          </a:xfrm>
          <a:prstGeom prst="hexag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A2BDCD-4608-2A65-30EE-F0127FA836AB}"/>
              </a:ext>
            </a:extLst>
          </p:cNvPr>
          <p:cNvSpPr txBox="1"/>
          <p:nvPr/>
        </p:nvSpPr>
        <p:spPr>
          <a:xfrm>
            <a:off x="2608787" y="2801671"/>
            <a:ext cx="98777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4DC90C7-D265-E0B4-3409-103A00D1E8D7}"/>
                  </a:ext>
                </a:extLst>
              </p:cNvPr>
              <p:cNvSpPr txBox="1"/>
              <p:nvPr/>
            </p:nvSpPr>
            <p:spPr>
              <a:xfrm>
                <a:off x="4625998" y="-1251520"/>
                <a:ext cx="127101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4DC90C7-D265-E0B4-3409-103A00D1E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998" y="-1251520"/>
                <a:ext cx="1271016" cy="2616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3A1169D-9FF3-4465-4510-206A6DB90EFC}"/>
              </a:ext>
            </a:extLst>
          </p:cNvPr>
          <p:cNvSpPr txBox="1"/>
          <p:nvPr/>
        </p:nvSpPr>
        <p:spPr>
          <a:xfrm>
            <a:off x="4625998" y="-807910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F14697-F261-9C5A-C68B-DA277DE08D56}"/>
              </a:ext>
            </a:extLst>
          </p:cNvPr>
          <p:cNvSpPr txBox="1"/>
          <p:nvPr/>
        </p:nvSpPr>
        <p:spPr>
          <a:xfrm>
            <a:off x="4625998" y="101906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75AE0F-D390-1973-6CFC-42551CE3F50A}"/>
              </a:ext>
            </a:extLst>
          </p:cNvPr>
          <p:cNvSpPr txBox="1"/>
          <p:nvPr/>
        </p:nvSpPr>
        <p:spPr>
          <a:xfrm>
            <a:off x="4621657" y="5663551"/>
            <a:ext cx="127101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660047-F671-B3A3-B668-590E0D32F66A}"/>
                  </a:ext>
                </a:extLst>
              </p:cNvPr>
              <p:cNvSpPr txBox="1"/>
              <p:nvPr/>
            </p:nvSpPr>
            <p:spPr>
              <a:xfrm>
                <a:off x="4626321" y="549824"/>
                <a:ext cx="1271016" cy="26927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660047-F671-B3A3-B668-590E0D32F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321" y="549824"/>
                <a:ext cx="1271016" cy="269273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4AA90890-88F5-3D80-EACE-32F593D7FD65}"/>
              </a:ext>
            </a:extLst>
          </p:cNvPr>
          <p:cNvSpPr txBox="1"/>
          <p:nvPr/>
        </p:nvSpPr>
        <p:spPr>
          <a:xfrm>
            <a:off x="4624698" y="978489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333882-58D6-4B95-275D-706277044493}"/>
              </a:ext>
            </a:extLst>
          </p:cNvPr>
          <p:cNvSpPr txBox="1"/>
          <p:nvPr/>
        </p:nvSpPr>
        <p:spPr>
          <a:xfrm>
            <a:off x="4625348" y="1912383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F83A38-8278-A3C1-21DE-D94F24C56352}"/>
                  </a:ext>
                </a:extLst>
              </p:cNvPr>
              <p:cNvSpPr txBox="1"/>
              <p:nvPr/>
            </p:nvSpPr>
            <p:spPr>
              <a:xfrm>
                <a:off x="4623280" y="2360477"/>
                <a:ext cx="127101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F83A38-8278-A3C1-21DE-D94F24C56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280" y="2360477"/>
                <a:ext cx="1271016" cy="2616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53EDDB1-0E1A-C775-C0D8-9DDCCEE6EE4B}"/>
              </a:ext>
            </a:extLst>
          </p:cNvPr>
          <p:cNvSpPr txBox="1"/>
          <p:nvPr/>
        </p:nvSpPr>
        <p:spPr>
          <a:xfrm>
            <a:off x="4621657" y="2789142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A50998-522B-F3F3-2A86-ECF7305FC37E}"/>
              </a:ext>
            </a:extLst>
          </p:cNvPr>
          <p:cNvSpPr txBox="1"/>
          <p:nvPr/>
        </p:nvSpPr>
        <p:spPr>
          <a:xfrm>
            <a:off x="4619266" y="3210282"/>
            <a:ext cx="127101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47A6A4-C83D-AD02-1966-E4DAF0FAE1FA}"/>
              </a:ext>
            </a:extLst>
          </p:cNvPr>
          <p:cNvSpPr txBox="1"/>
          <p:nvPr/>
        </p:nvSpPr>
        <p:spPr>
          <a:xfrm>
            <a:off x="4622307" y="3579020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B4BEAF4-BDEC-B58E-041C-E5A5F9552B0C}"/>
                  </a:ext>
                </a:extLst>
              </p:cNvPr>
              <p:cNvSpPr txBox="1"/>
              <p:nvPr/>
            </p:nvSpPr>
            <p:spPr>
              <a:xfrm>
                <a:off x="4623280" y="3988085"/>
                <a:ext cx="127101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B4BEAF4-BDEC-B58E-041C-E5A5F955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280" y="3988085"/>
                <a:ext cx="1271016" cy="26161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7980AA5E-A43D-B583-F5B8-755A60D89BBA}"/>
              </a:ext>
            </a:extLst>
          </p:cNvPr>
          <p:cNvSpPr txBox="1"/>
          <p:nvPr/>
        </p:nvSpPr>
        <p:spPr>
          <a:xfrm>
            <a:off x="4621657" y="4382475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FDC97F-1D41-98FF-7E61-1A9B9877435F}"/>
              </a:ext>
            </a:extLst>
          </p:cNvPr>
          <p:cNvSpPr txBox="1"/>
          <p:nvPr/>
        </p:nvSpPr>
        <p:spPr>
          <a:xfrm>
            <a:off x="4619266" y="4803615"/>
            <a:ext cx="127101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C52CF6-4B15-EA03-6E88-FF846381844B}"/>
              </a:ext>
            </a:extLst>
          </p:cNvPr>
          <p:cNvSpPr txBox="1"/>
          <p:nvPr/>
        </p:nvSpPr>
        <p:spPr>
          <a:xfrm>
            <a:off x="4622307" y="5244361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4440DD0-885F-B74D-D2D7-9802D13BE72E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>
            <a:off x="3107640" y="261610"/>
            <a:ext cx="0" cy="183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760565-F28D-3042-4D78-E0177EF5455C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 flipH="1">
            <a:off x="3104373" y="805317"/>
            <a:ext cx="3267" cy="169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CAF9B52-5D5B-11F8-098D-A236807B9E1C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 flipH="1">
            <a:off x="3102674" y="1235989"/>
            <a:ext cx="1699" cy="14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AB39A5D-AFAA-C430-E657-42F25F9EC5C5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3102674" y="1644739"/>
            <a:ext cx="1087" cy="12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631D6DE-CC59-9F3F-AE40-F7DB6A2074C7}"/>
              </a:ext>
            </a:extLst>
          </p:cNvPr>
          <p:cNvCxnSpPr>
            <a:cxnSpLocks/>
            <a:stCxn id="15" idx="2"/>
            <a:endCxn id="11" idx="0"/>
          </p:cNvCxnSpPr>
          <p:nvPr/>
        </p:nvCxnSpPr>
        <p:spPr>
          <a:xfrm>
            <a:off x="3103761" y="2035787"/>
            <a:ext cx="1372" cy="137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EE1FD68-80C2-2A83-C853-F8E0226E0E6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105133" y="2435124"/>
            <a:ext cx="0" cy="195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BAF2398-980F-986E-04BF-3866670FBAEF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098836" y="3205028"/>
            <a:ext cx="0" cy="182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DF85102-9F99-02B2-3158-54760D175640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3098836" y="3649229"/>
            <a:ext cx="0" cy="134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4B3D512-401E-86E9-69B2-CB6FF6562A28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3095964" y="4045677"/>
            <a:ext cx="2872" cy="192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5B57704-2A1B-01E2-651B-D1A618EB1905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3094199" y="4499927"/>
            <a:ext cx="1765" cy="165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13068F-F11F-D167-1189-7A9F33FBF61C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 flipH="1">
            <a:off x="3088496" y="4926661"/>
            <a:ext cx="5703" cy="196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DBAD3D7-022A-6A0C-82EC-A3A2ED4BAF0D}"/>
              </a:ext>
            </a:extLst>
          </p:cNvPr>
          <p:cNvCxnSpPr>
            <a:cxnSpLocks/>
            <a:stCxn id="23" idx="4"/>
            <a:endCxn id="20" idx="0"/>
          </p:cNvCxnSpPr>
          <p:nvPr/>
        </p:nvCxnSpPr>
        <p:spPr>
          <a:xfrm>
            <a:off x="3088496" y="5482843"/>
            <a:ext cx="5702" cy="152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2C6E84D-FC28-EFAC-407A-635344BD243C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3086608" y="5897278"/>
            <a:ext cx="7590" cy="14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0E834A1-BD6E-2872-70F0-69B316961907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3086608" y="6300635"/>
            <a:ext cx="4205" cy="12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6024B0FD-90AB-73B0-5BB5-9ECF33AC264D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5261506" y="-989910"/>
            <a:ext cx="0" cy="18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3B66ADD0-5557-61EE-3714-9C2CCCD134AE}"/>
              </a:ext>
            </a:extLst>
          </p:cNvPr>
          <p:cNvCxnSpPr>
            <a:cxnSpLocks/>
            <a:stCxn id="28" idx="2"/>
            <a:endCxn id="194" idx="0"/>
          </p:cNvCxnSpPr>
          <p:nvPr/>
        </p:nvCxnSpPr>
        <p:spPr>
          <a:xfrm>
            <a:off x="5261506" y="-546300"/>
            <a:ext cx="0" cy="162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06F15A5-6C83-7964-E994-2FDCBB07B1B0}"/>
              </a:ext>
            </a:extLst>
          </p:cNvPr>
          <p:cNvCxnSpPr>
            <a:cxnSpLocks/>
            <a:stCxn id="194" idx="4"/>
            <a:endCxn id="30" idx="0"/>
          </p:cNvCxnSpPr>
          <p:nvPr/>
        </p:nvCxnSpPr>
        <p:spPr>
          <a:xfrm>
            <a:off x="5261506" y="-23696"/>
            <a:ext cx="0" cy="125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D45BFE61-2226-0475-220E-ED4775DD0F80}"/>
              </a:ext>
            </a:extLst>
          </p:cNvPr>
          <p:cNvCxnSpPr>
            <a:stCxn id="30" idx="2"/>
            <a:endCxn id="32" idx="0"/>
          </p:cNvCxnSpPr>
          <p:nvPr/>
        </p:nvCxnSpPr>
        <p:spPr>
          <a:xfrm>
            <a:off x="5261506" y="363516"/>
            <a:ext cx="323" cy="186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C256B7B-FC3F-C53A-F539-3DD4FF5CC4E5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 flipH="1">
            <a:off x="5260206" y="819097"/>
            <a:ext cx="1623" cy="159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0E9B6FF7-3C1B-4DA9-EF49-03AFDC549D87}"/>
              </a:ext>
            </a:extLst>
          </p:cNvPr>
          <p:cNvCxnSpPr>
            <a:cxnSpLocks/>
            <a:stCxn id="33" idx="2"/>
            <a:endCxn id="196" idx="0"/>
          </p:cNvCxnSpPr>
          <p:nvPr/>
        </p:nvCxnSpPr>
        <p:spPr>
          <a:xfrm>
            <a:off x="5260206" y="1240099"/>
            <a:ext cx="1300" cy="168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0BDD6F1-5F83-B744-8AC0-514A5B3D11A1}"/>
              </a:ext>
            </a:extLst>
          </p:cNvPr>
          <p:cNvCxnSpPr>
            <a:cxnSpLocks/>
            <a:stCxn id="196" idx="4"/>
            <a:endCxn id="35" idx="0"/>
          </p:cNvCxnSpPr>
          <p:nvPr/>
        </p:nvCxnSpPr>
        <p:spPr>
          <a:xfrm flipH="1">
            <a:off x="5260856" y="1768414"/>
            <a:ext cx="650" cy="14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D8669585-C400-A086-ACC2-E8D903ACAF37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 flipH="1">
            <a:off x="5258788" y="2173993"/>
            <a:ext cx="2068" cy="186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057F1FAE-DDD7-8B7A-BBD2-18C734654A8C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 flipH="1">
            <a:off x="5257165" y="2622087"/>
            <a:ext cx="1623" cy="167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E0073BEE-2AED-C56A-AE48-228B3A584A72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 flipH="1">
            <a:off x="5254774" y="3050752"/>
            <a:ext cx="2391" cy="159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55DEAD74-88D9-9596-70FB-69CDC0C139EB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5254774" y="3471892"/>
            <a:ext cx="3041" cy="107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274AF572-6E71-AE7D-5927-21C363E97E17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>
            <a:off x="5257815" y="3840630"/>
            <a:ext cx="973" cy="147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87A4E268-4274-4CA4-4BBB-6E94063A3596}"/>
              </a:ext>
            </a:extLst>
          </p:cNvPr>
          <p:cNvCxnSpPr>
            <a:stCxn id="40" idx="2"/>
            <a:endCxn id="41" idx="0"/>
          </p:cNvCxnSpPr>
          <p:nvPr/>
        </p:nvCxnSpPr>
        <p:spPr>
          <a:xfrm flipH="1">
            <a:off x="5257165" y="4249695"/>
            <a:ext cx="1623" cy="132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042319C-1323-2E64-2026-ECA744437172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 flipH="1">
            <a:off x="5254774" y="4644085"/>
            <a:ext cx="2391" cy="159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8638D58-ADF5-4201-B2E5-76D894F2EC74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5254774" y="5065225"/>
            <a:ext cx="3041" cy="179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4275220-A1DE-1DF3-F6D7-F5A995DE0323}"/>
              </a:ext>
            </a:extLst>
          </p:cNvPr>
          <p:cNvCxnSpPr>
            <a:stCxn id="43" idx="2"/>
            <a:endCxn id="31" idx="0"/>
          </p:cNvCxnSpPr>
          <p:nvPr/>
        </p:nvCxnSpPr>
        <p:spPr>
          <a:xfrm flipH="1">
            <a:off x="5257165" y="5505971"/>
            <a:ext cx="650" cy="157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2C64E7FA-ECF3-380C-0507-BFF149990BB6}"/>
              </a:ext>
            </a:extLst>
          </p:cNvPr>
          <p:cNvCxnSpPr>
            <a:cxnSpLocks/>
            <a:stCxn id="206" idx="2"/>
            <a:endCxn id="207" idx="0"/>
          </p:cNvCxnSpPr>
          <p:nvPr/>
        </p:nvCxnSpPr>
        <p:spPr>
          <a:xfrm rot="5400000" flipH="1" flipV="1">
            <a:off x="73192" y="1677299"/>
            <a:ext cx="8204413" cy="2156990"/>
          </a:xfrm>
          <a:prstGeom prst="bentConnector5">
            <a:avLst>
              <a:gd name="adj1" fmla="val -2786"/>
              <a:gd name="adj2" fmla="val 50000"/>
              <a:gd name="adj3" fmla="val 1027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5" name="Picture 184">
            <a:extLst>
              <a:ext uri="{FF2B5EF4-FFF2-40B4-BE49-F238E27FC236}">
                <a16:creationId xmlns:a16="http://schemas.microsoft.com/office/drawing/2014/main" id="{83F82727-028F-94C5-CA8B-BF85FE759A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297" y="-1580756"/>
            <a:ext cx="1371600" cy="1006412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EE7037B8-B516-3074-31D9-3E030DE609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045" y="6237554"/>
            <a:ext cx="1371600" cy="1006412"/>
          </a:xfrm>
          <a:prstGeom prst="rect">
            <a:avLst/>
          </a:prstGeom>
        </p:spPr>
      </p:pic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E7B3D6D1-0D35-7566-EDE8-AB02A27FE6CE}"/>
              </a:ext>
            </a:extLst>
          </p:cNvPr>
          <p:cNvCxnSpPr>
            <a:cxnSpLocks/>
            <a:stCxn id="185" idx="2"/>
            <a:endCxn id="206" idx="0"/>
          </p:cNvCxnSpPr>
          <p:nvPr/>
        </p:nvCxnSpPr>
        <p:spPr>
          <a:xfrm>
            <a:off x="3093097" y="-574344"/>
            <a:ext cx="3807" cy="391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8809566D-900D-3083-620F-CDE7881E42BC}"/>
              </a:ext>
            </a:extLst>
          </p:cNvPr>
          <p:cNvCxnSpPr>
            <a:cxnSpLocks/>
            <a:stCxn id="207" idx="2"/>
            <a:endCxn id="186" idx="0"/>
          </p:cNvCxnSpPr>
          <p:nvPr/>
        </p:nvCxnSpPr>
        <p:spPr>
          <a:xfrm flipH="1">
            <a:off x="5253845" y="6039994"/>
            <a:ext cx="49" cy="1975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Oval 193">
            <a:extLst>
              <a:ext uri="{FF2B5EF4-FFF2-40B4-BE49-F238E27FC236}">
                <a16:creationId xmlns:a16="http://schemas.microsoft.com/office/drawing/2014/main" id="{1373AE00-CBE9-97FD-3883-16570D88327A}"/>
              </a:ext>
            </a:extLst>
          </p:cNvPr>
          <p:cNvSpPr/>
          <p:nvPr/>
        </p:nvSpPr>
        <p:spPr>
          <a:xfrm>
            <a:off x="5081486" y="-383736"/>
            <a:ext cx="360040" cy="36004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1F3D0B1-074C-BA81-E1B8-04D963C24594}"/>
              </a:ext>
            </a:extLst>
          </p:cNvPr>
          <p:cNvSpPr txBox="1"/>
          <p:nvPr/>
        </p:nvSpPr>
        <p:spPr>
          <a:xfrm>
            <a:off x="4996790" y="-326827"/>
            <a:ext cx="52943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4AEE0AAA-5EFC-9F78-AAAF-583471BFBD92}"/>
              </a:ext>
            </a:extLst>
          </p:cNvPr>
          <p:cNvSpPr/>
          <p:nvPr/>
        </p:nvSpPr>
        <p:spPr>
          <a:xfrm>
            <a:off x="5081486" y="1408374"/>
            <a:ext cx="360040" cy="36004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889E9E9-DA60-20FE-1707-001E5C8D3DA1}"/>
              </a:ext>
            </a:extLst>
          </p:cNvPr>
          <p:cNvSpPr txBox="1"/>
          <p:nvPr/>
        </p:nvSpPr>
        <p:spPr>
          <a:xfrm>
            <a:off x="4996790" y="1465283"/>
            <a:ext cx="52943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268A959-B4B3-B404-4B50-343451DEAB80}"/>
              </a:ext>
            </a:extLst>
          </p:cNvPr>
          <p:cNvSpPr/>
          <p:nvPr/>
        </p:nvSpPr>
        <p:spPr>
          <a:xfrm>
            <a:off x="2343002" y="-182811"/>
            <a:ext cx="1507804" cy="704081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57FF4D4E-5D1E-EA59-F765-D470C86B7751}"/>
              </a:ext>
            </a:extLst>
          </p:cNvPr>
          <p:cNvSpPr/>
          <p:nvPr/>
        </p:nvSpPr>
        <p:spPr>
          <a:xfrm>
            <a:off x="4499992" y="-1346413"/>
            <a:ext cx="1507804" cy="738640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0D0D3FDB-1862-8EDB-D476-1F5BD6CDE84B}"/>
              </a:ext>
            </a:extLst>
          </p:cNvPr>
          <p:cNvSpPr/>
          <p:nvPr/>
        </p:nvSpPr>
        <p:spPr>
          <a:xfrm>
            <a:off x="-2600284" y="5793854"/>
            <a:ext cx="501547" cy="218168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228A8B89-8AD0-E22D-004F-4EE6FCDCB277}"/>
              </a:ext>
            </a:extLst>
          </p:cNvPr>
          <p:cNvSpPr/>
          <p:nvPr/>
        </p:nvSpPr>
        <p:spPr>
          <a:xfrm>
            <a:off x="-2603116" y="6129574"/>
            <a:ext cx="501547" cy="21816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E4D7E84-6BBF-F74A-4030-28A11EC966C6}"/>
              </a:ext>
            </a:extLst>
          </p:cNvPr>
          <p:cNvSpPr txBox="1"/>
          <p:nvPr/>
        </p:nvSpPr>
        <p:spPr>
          <a:xfrm>
            <a:off x="-2180501" y="5763611"/>
            <a:ext cx="92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Encoder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EF122CCB-FFB9-FACD-D542-EA46CE7102FE}"/>
              </a:ext>
            </a:extLst>
          </p:cNvPr>
          <p:cNvSpPr txBox="1"/>
          <p:nvPr/>
        </p:nvSpPr>
        <p:spPr>
          <a:xfrm>
            <a:off x="-2105188" y="6106749"/>
            <a:ext cx="74324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Decoder</a:t>
            </a:r>
          </a:p>
        </p:txBody>
      </p:sp>
      <p:sp>
        <p:nvSpPr>
          <p:cNvPr id="80" name="Hexagon 79">
            <a:extLst>
              <a:ext uri="{FF2B5EF4-FFF2-40B4-BE49-F238E27FC236}">
                <a16:creationId xmlns:a16="http://schemas.microsoft.com/office/drawing/2014/main" id="{FCB481D5-19BB-0153-D3DD-530F7464AFAA}"/>
              </a:ext>
            </a:extLst>
          </p:cNvPr>
          <p:cNvSpPr/>
          <p:nvPr/>
        </p:nvSpPr>
        <p:spPr>
          <a:xfrm>
            <a:off x="-3361809" y="-811941"/>
            <a:ext cx="4377380" cy="3560077"/>
          </a:xfrm>
          <a:prstGeom prst="hexagon">
            <a:avLst/>
          </a:prstGeom>
          <a:solidFill>
            <a:srgbClr val="FFC000">
              <a:alpha val="30000"/>
            </a:srgbClr>
          </a:solidFill>
          <a:ln>
            <a:solidFill>
              <a:srgbClr val="FFC00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E091F0-2545-90A7-CC98-389B59C1BB26}"/>
              </a:ext>
            </a:extLst>
          </p:cNvPr>
          <p:cNvSpPr txBox="1"/>
          <p:nvPr/>
        </p:nvSpPr>
        <p:spPr>
          <a:xfrm>
            <a:off x="-2618231" y="-423998"/>
            <a:ext cx="687814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F39A65D-423A-A91B-7189-68180BCEA21B}"/>
              </a:ext>
            </a:extLst>
          </p:cNvPr>
          <p:cNvSpPr txBox="1"/>
          <p:nvPr/>
        </p:nvSpPr>
        <p:spPr>
          <a:xfrm>
            <a:off x="-1503234" y="-423998"/>
            <a:ext cx="687815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DC2886-D039-DC6D-D818-666EF734F2C5}"/>
              </a:ext>
            </a:extLst>
          </p:cNvPr>
          <p:cNvSpPr txBox="1"/>
          <p:nvPr/>
        </p:nvSpPr>
        <p:spPr>
          <a:xfrm>
            <a:off x="-435503" y="-418836"/>
            <a:ext cx="687815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5E311A8-5AC1-C1FF-6CAD-C86F9C5D8765}"/>
              </a:ext>
            </a:extLst>
          </p:cNvPr>
          <p:cNvSpPr/>
          <p:nvPr/>
        </p:nvSpPr>
        <p:spPr>
          <a:xfrm>
            <a:off x="-1905908" y="305096"/>
            <a:ext cx="393721" cy="3937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6135FDD-D789-3B90-798C-99F15D16700E}"/>
                  </a:ext>
                </a:extLst>
              </p:cNvPr>
              <p:cNvSpPr txBox="1"/>
              <p:nvPr/>
            </p:nvSpPr>
            <p:spPr>
              <a:xfrm>
                <a:off x="-1905908" y="317290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6135FDD-D789-3B90-798C-99F15D167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5908" y="317290"/>
                <a:ext cx="40267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4BA256CB-408C-C7D1-F37F-11E18BD31D70}"/>
              </a:ext>
            </a:extLst>
          </p:cNvPr>
          <p:cNvSpPr txBox="1"/>
          <p:nvPr/>
        </p:nvSpPr>
        <p:spPr>
          <a:xfrm>
            <a:off x="-2310003" y="1144463"/>
            <a:ext cx="1212151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1ADC2AA-4339-3398-E1FF-EF22A77D7BE4}"/>
              </a:ext>
            </a:extLst>
          </p:cNvPr>
          <p:cNvSpPr txBox="1"/>
          <p:nvPr/>
        </p:nvSpPr>
        <p:spPr>
          <a:xfrm>
            <a:off x="-2310004" y="1737446"/>
            <a:ext cx="1212151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0D6A2AC-27E8-8A53-3E4F-2087FFECCF9F}"/>
              </a:ext>
            </a:extLst>
          </p:cNvPr>
          <p:cNvSpPr/>
          <p:nvPr/>
        </p:nvSpPr>
        <p:spPr>
          <a:xfrm>
            <a:off x="-1097853" y="2168184"/>
            <a:ext cx="393721" cy="3937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A9A41DC-3C66-A613-DA10-106E86FDED25}"/>
                  </a:ext>
                </a:extLst>
              </p:cNvPr>
              <p:cNvSpPr txBox="1"/>
              <p:nvPr/>
            </p:nvSpPr>
            <p:spPr>
              <a:xfrm>
                <a:off x="-1097853" y="2180378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A9A41DC-3C66-A613-DA10-106E86FDE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97853" y="2180378"/>
                <a:ext cx="4026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DC2BFE16-EDEB-2BCB-01D6-A36CE11A991D}"/>
              </a:ext>
            </a:extLst>
          </p:cNvPr>
          <p:cNvCxnSpPr>
            <a:cxnSpLocks/>
            <a:stCxn id="81" idx="2"/>
            <a:endCxn id="85" idx="1"/>
          </p:cNvCxnSpPr>
          <p:nvPr/>
        </p:nvCxnSpPr>
        <p:spPr>
          <a:xfrm rot="16200000" flipH="1">
            <a:off x="-2422288" y="-14424"/>
            <a:ext cx="664344" cy="3684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0AD658EB-2F93-4BA8-4663-788F94F4036F}"/>
              </a:ext>
            </a:extLst>
          </p:cNvPr>
          <p:cNvCxnSpPr>
            <a:cxnSpLocks/>
            <a:stCxn id="82" idx="2"/>
            <a:endCxn id="85" idx="3"/>
          </p:cNvCxnSpPr>
          <p:nvPr/>
        </p:nvCxnSpPr>
        <p:spPr>
          <a:xfrm rot="5400000">
            <a:off x="-1663452" y="-2170"/>
            <a:ext cx="664344" cy="3439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58ECA85E-3615-7B9C-C816-4E12870B0288}"/>
              </a:ext>
            </a:extLst>
          </p:cNvPr>
          <p:cNvCxnSpPr>
            <a:cxnSpLocks/>
            <a:stCxn id="83" idx="2"/>
            <a:endCxn id="89" idx="3"/>
          </p:cNvCxnSpPr>
          <p:nvPr/>
        </p:nvCxnSpPr>
        <p:spPr>
          <a:xfrm rot="5400000">
            <a:off x="-1654522" y="802117"/>
            <a:ext cx="2522270" cy="6035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260A57B2-8BDB-46B4-DCEC-DF304F3CED8B}"/>
              </a:ext>
            </a:extLst>
          </p:cNvPr>
          <p:cNvCxnSpPr>
            <a:cxnSpLocks/>
            <a:stCxn id="87" idx="2"/>
            <a:endCxn id="89" idx="1"/>
          </p:cNvCxnSpPr>
          <p:nvPr/>
        </p:nvCxnSpPr>
        <p:spPr>
          <a:xfrm rot="16200000" flipH="1">
            <a:off x="-1583885" y="1879012"/>
            <a:ext cx="365988" cy="6060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F4A8F34-F22C-A21A-6BF3-DCA1E4ACFB21}"/>
              </a:ext>
            </a:extLst>
          </p:cNvPr>
          <p:cNvCxnSpPr>
            <a:cxnSpLocks/>
            <a:stCxn id="84" idx="4"/>
            <a:endCxn id="86" idx="0"/>
          </p:cNvCxnSpPr>
          <p:nvPr/>
        </p:nvCxnSpPr>
        <p:spPr>
          <a:xfrm>
            <a:off x="-1709047" y="698817"/>
            <a:ext cx="5120" cy="44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E2799EE-79D3-0642-6F18-0DE21A12FBA5}"/>
              </a:ext>
            </a:extLst>
          </p:cNvPr>
          <p:cNvSpPr txBox="1"/>
          <p:nvPr/>
        </p:nvSpPr>
        <p:spPr>
          <a:xfrm>
            <a:off x="-1390284" y="-1198519"/>
            <a:ext cx="480958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63B3753F-8B6C-4EDF-E0C1-D462E62C45A8}"/>
              </a:ext>
            </a:extLst>
          </p:cNvPr>
          <p:cNvCxnSpPr>
            <a:cxnSpLocks/>
            <a:stCxn id="95" idx="2"/>
            <a:endCxn id="81" idx="0"/>
          </p:cNvCxnSpPr>
          <p:nvPr/>
        </p:nvCxnSpPr>
        <p:spPr>
          <a:xfrm rot="5400000">
            <a:off x="-1968519" y="-1242713"/>
            <a:ext cx="512911" cy="11245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7CCDEEE2-521D-7E27-71E8-096404ABA24E}"/>
              </a:ext>
            </a:extLst>
          </p:cNvPr>
          <p:cNvCxnSpPr>
            <a:cxnSpLocks/>
            <a:stCxn id="95" idx="2"/>
            <a:endCxn id="83" idx="0"/>
          </p:cNvCxnSpPr>
          <p:nvPr/>
        </p:nvCxnSpPr>
        <p:spPr>
          <a:xfrm rot="16200000" flipH="1">
            <a:off x="-879736" y="-1206978"/>
            <a:ext cx="518073" cy="10582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A58050D-A281-7846-091D-D88D11E67531}"/>
              </a:ext>
            </a:extLst>
          </p:cNvPr>
          <p:cNvCxnSpPr>
            <a:cxnSpLocks/>
            <a:stCxn id="95" idx="2"/>
            <a:endCxn id="82" idx="0"/>
          </p:cNvCxnSpPr>
          <p:nvPr/>
        </p:nvCxnSpPr>
        <p:spPr>
          <a:xfrm flipH="1">
            <a:off x="-1159326" y="-936909"/>
            <a:ext cx="9521" cy="512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87CC63B8-9D5D-A59D-2C32-83381AF5F12C}"/>
              </a:ext>
            </a:extLst>
          </p:cNvPr>
          <p:cNvSpPr txBox="1"/>
          <p:nvPr/>
        </p:nvSpPr>
        <p:spPr>
          <a:xfrm>
            <a:off x="-1287467" y="2949173"/>
            <a:ext cx="7562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AE65F73E-CB82-ECF7-A470-AF9D9A46E07A}"/>
              </a:ext>
            </a:extLst>
          </p:cNvPr>
          <p:cNvCxnSpPr>
            <a:stCxn id="88" idx="4"/>
            <a:endCxn id="99" idx="0"/>
          </p:cNvCxnSpPr>
          <p:nvPr/>
        </p:nvCxnSpPr>
        <p:spPr>
          <a:xfrm flipH="1">
            <a:off x="-909326" y="2561905"/>
            <a:ext cx="8334" cy="387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256A20A-A83F-C44C-4267-10293E0FFF26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 flipH="1">
            <a:off x="-1703928" y="1406073"/>
            <a:ext cx="1" cy="331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B4AD6F2F-F3C4-F0BE-927B-2BB7B430F43B}"/>
              </a:ext>
            </a:extLst>
          </p:cNvPr>
          <p:cNvSpPr/>
          <p:nvPr/>
        </p:nvSpPr>
        <p:spPr>
          <a:xfrm>
            <a:off x="-2507862" y="5265390"/>
            <a:ext cx="393721" cy="3937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13C6CB5-798C-EFFA-19F4-251997ADBF13}"/>
                  </a:ext>
                </a:extLst>
              </p:cNvPr>
              <p:cNvSpPr txBox="1"/>
              <p:nvPr/>
            </p:nvSpPr>
            <p:spPr>
              <a:xfrm>
                <a:off x="-2507862" y="5277584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13C6CB5-798C-EFFA-19F4-251997ADB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07862" y="5277584"/>
                <a:ext cx="4026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4FE07617-8C48-0F0E-F37E-98026EEF5D7A}"/>
              </a:ext>
            </a:extLst>
          </p:cNvPr>
          <p:cNvSpPr txBox="1"/>
          <p:nvPr/>
        </p:nvSpPr>
        <p:spPr>
          <a:xfrm>
            <a:off x="-2098737" y="5313427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Matrix multiple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DF3400-63CF-FA2A-F2FB-21FA25850DE4}"/>
              </a:ext>
            </a:extLst>
          </p:cNvPr>
          <p:cNvCxnSpPr>
            <a:stCxn id="80" idx="5"/>
            <a:endCxn id="25" idx="4"/>
          </p:cNvCxnSpPr>
          <p:nvPr/>
        </p:nvCxnSpPr>
        <p:spPr>
          <a:xfrm>
            <a:off x="125552" y="-811940"/>
            <a:ext cx="2784340" cy="3432777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F4E7E58-4823-8186-86C4-AC83278A2153}"/>
              </a:ext>
            </a:extLst>
          </p:cNvPr>
          <p:cNvCxnSpPr>
            <a:cxnSpLocks/>
            <a:stCxn id="80" idx="1"/>
            <a:endCxn id="25" idx="2"/>
          </p:cNvCxnSpPr>
          <p:nvPr/>
        </p:nvCxnSpPr>
        <p:spPr>
          <a:xfrm>
            <a:off x="125552" y="2748135"/>
            <a:ext cx="2784340" cy="456893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DD3AF76C-F3BC-54C1-2BBA-51B81EBA8E8B}"/>
              </a:ext>
            </a:extLst>
          </p:cNvPr>
          <p:cNvSpPr txBox="1"/>
          <p:nvPr/>
        </p:nvSpPr>
        <p:spPr>
          <a:xfrm>
            <a:off x="-3226116" y="-132785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427B836-0F98-F5C4-E71E-B8997C20C774}"/>
              </a:ext>
            </a:extLst>
          </p:cNvPr>
          <p:cNvSpPr txBox="1"/>
          <p:nvPr/>
        </p:nvSpPr>
        <p:spPr>
          <a:xfrm>
            <a:off x="1659014" y="-162647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40862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163785D1-88CD-2F52-3933-68D4039823E7}"/>
              </a:ext>
            </a:extLst>
          </p:cNvPr>
          <p:cNvSpPr/>
          <p:nvPr/>
        </p:nvSpPr>
        <p:spPr>
          <a:xfrm rot="16200000">
            <a:off x="7533932" y="2277200"/>
            <a:ext cx="7259544" cy="149824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Rounded Rectangle 307">
            <a:extLst>
              <a:ext uri="{FF2B5EF4-FFF2-40B4-BE49-F238E27FC236}">
                <a16:creationId xmlns:a16="http://schemas.microsoft.com/office/drawing/2014/main" id="{B0A73F29-AAA3-86DC-6C40-A85F63C6F360}"/>
              </a:ext>
            </a:extLst>
          </p:cNvPr>
          <p:cNvSpPr/>
          <p:nvPr/>
        </p:nvSpPr>
        <p:spPr>
          <a:xfrm rot="5400000">
            <a:off x="4833637" y="1906306"/>
            <a:ext cx="7543762" cy="23063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ounded Rectangle 398">
            <a:extLst>
              <a:ext uri="{FF2B5EF4-FFF2-40B4-BE49-F238E27FC236}">
                <a16:creationId xmlns:a16="http://schemas.microsoft.com/office/drawing/2014/main" id="{A08EE075-3D2A-BD2F-A148-4BD4701411E4}"/>
              </a:ext>
            </a:extLst>
          </p:cNvPr>
          <p:cNvSpPr/>
          <p:nvPr/>
        </p:nvSpPr>
        <p:spPr>
          <a:xfrm>
            <a:off x="-174160" y="471704"/>
            <a:ext cx="2146757" cy="22093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064CBA8B-8A44-B45B-A32C-F83AA460B492}"/>
              </a:ext>
            </a:extLst>
          </p:cNvPr>
          <p:cNvSpPr txBox="1"/>
          <p:nvPr/>
        </p:nvSpPr>
        <p:spPr>
          <a:xfrm>
            <a:off x="8054308" y="2204872"/>
            <a:ext cx="1236606" cy="430887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5" name="Picture 184">
            <a:extLst>
              <a:ext uri="{FF2B5EF4-FFF2-40B4-BE49-F238E27FC236}">
                <a16:creationId xmlns:a16="http://schemas.microsoft.com/office/drawing/2014/main" id="{83F82727-028F-94C5-CA8B-BF85FE759A8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8" y="3831163"/>
            <a:ext cx="18288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6BED39-93CE-3414-A80E-A9FE67578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80" y="667490"/>
            <a:ext cx="4572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B98B2A-2BB8-70BD-64F2-DDC8B55153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69" y="667490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1974B9-2965-038F-3507-9C1ECAFCB7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18" y="667490"/>
            <a:ext cx="457200" cy="4572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994E3B7-7954-7075-35FC-1312ADE96D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80" y="1335028"/>
            <a:ext cx="457200" cy="4572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4130A4E-3F4C-C326-40A5-D38AE090C2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69" y="1335028"/>
            <a:ext cx="457200" cy="4572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C40E745-593E-2019-15C4-6B3519DBF1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18" y="1335028"/>
            <a:ext cx="457200" cy="4572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3CE439F-DC97-082F-B5DA-3800251930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80" y="2002566"/>
            <a:ext cx="457200" cy="4572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4C06BDE-9B0A-3B56-3A7B-FC0E7C8FFA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69" y="2002566"/>
            <a:ext cx="457200" cy="4572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87D3594-7640-C51F-AF84-91A011558F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18" y="2002566"/>
            <a:ext cx="457200" cy="457200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F1F9FADF-FB3C-9BF3-69F8-4F7311268D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834" y="52573"/>
            <a:ext cx="457200" cy="457200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72867CC7-CDF0-306B-4973-ECC71AA73B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95" y="52573"/>
            <a:ext cx="457200" cy="457200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2A084F69-61B2-D2B1-4DC4-24681799D5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963" y="52573"/>
            <a:ext cx="457200" cy="457200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33A881F9-1A82-42A2-F6D3-3C4127573C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303" y="62836"/>
            <a:ext cx="457200" cy="4572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B2A1F4F-5042-E01E-C4CC-873264F6E6EE}"/>
              </a:ext>
            </a:extLst>
          </p:cNvPr>
          <p:cNvSpPr txBox="1"/>
          <p:nvPr/>
        </p:nvSpPr>
        <p:spPr>
          <a:xfrm>
            <a:off x="5227984" y="214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F5ED804-17A5-D1D7-E5B0-72A1C0FBEE3A}"/>
              </a:ext>
            </a:extLst>
          </p:cNvPr>
          <p:cNvCxnSpPr>
            <a:cxnSpLocks/>
            <a:stCxn id="129" idx="2"/>
            <a:endCxn id="142" idx="0"/>
          </p:cNvCxnSpPr>
          <p:nvPr/>
        </p:nvCxnSpPr>
        <p:spPr>
          <a:xfrm>
            <a:off x="3247434" y="509773"/>
            <a:ext cx="0" cy="5764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3F36623C-E8A9-8914-ADFC-F42AB1425334}"/>
              </a:ext>
            </a:extLst>
          </p:cNvPr>
          <p:cNvSpPr/>
          <p:nvPr/>
        </p:nvSpPr>
        <p:spPr>
          <a:xfrm>
            <a:off x="2895191" y="1086242"/>
            <a:ext cx="211915" cy="4104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73B7B727-110E-5E0C-4639-D251F2014EDC}"/>
              </a:ext>
            </a:extLst>
          </p:cNvPr>
          <p:cNvSpPr/>
          <p:nvPr/>
        </p:nvSpPr>
        <p:spPr>
          <a:xfrm>
            <a:off x="3142278" y="1086242"/>
            <a:ext cx="210312" cy="4104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C0A8DD6-98AB-4293-B307-94329A78C1CA}"/>
              </a:ext>
            </a:extLst>
          </p:cNvPr>
          <p:cNvCxnSpPr>
            <a:cxnSpLocks/>
            <a:stCxn id="130" idx="2"/>
            <a:endCxn id="145" idx="0"/>
          </p:cNvCxnSpPr>
          <p:nvPr/>
        </p:nvCxnSpPr>
        <p:spPr>
          <a:xfrm>
            <a:off x="4061695" y="509773"/>
            <a:ext cx="0" cy="5764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FFD6E94E-7CF2-A634-2861-9CBC8665CC32}"/>
              </a:ext>
            </a:extLst>
          </p:cNvPr>
          <p:cNvSpPr/>
          <p:nvPr/>
        </p:nvSpPr>
        <p:spPr>
          <a:xfrm>
            <a:off x="3709452" y="1086242"/>
            <a:ext cx="211915" cy="4104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CB8269B3-CBF8-81F7-D306-9FB402416883}"/>
              </a:ext>
            </a:extLst>
          </p:cNvPr>
          <p:cNvSpPr/>
          <p:nvPr/>
        </p:nvSpPr>
        <p:spPr>
          <a:xfrm>
            <a:off x="3956539" y="1086242"/>
            <a:ext cx="210312" cy="4104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EAAACA2-5E3F-DD20-DE3F-44415019053B}"/>
              </a:ext>
            </a:extLst>
          </p:cNvPr>
          <p:cNvCxnSpPr>
            <a:cxnSpLocks/>
            <a:stCxn id="131" idx="2"/>
            <a:endCxn id="148" idx="0"/>
          </p:cNvCxnSpPr>
          <p:nvPr/>
        </p:nvCxnSpPr>
        <p:spPr>
          <a:xfrm>
            <a:off x="4824563" y="509773"/>
            <a:ext cx="4465" cy="5764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2694CE52-83AB-1C2A-BF73-3C3E08D2D4E7}"/>
              </a:ext>
            </a:extLst>
          </p:cNvPr>
          <p:cNvSpPr/>
          <p:nvPr/>
        </p:nvSpPr>
        <p:spPr>
          <a:xfrm>
            <a:off x="4476785" y="1086242"/>
            <a:ext cx="211915" cy="4104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2F552B4E-7A4F-46CC-1973-AD9CF23F90EC}"/>
              </a:ext>
            </a:extLst>
          </p:cNvPr>
          <p:cNvSpPr/>
          <p:nvPr/>
        </p:nvSpPr>
        <p:spPr>
          <a:xfrm>
            <a:off x="4723872" y="1086242"/>
            <a:ext cx="210312" cy="4104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D3AA6EB4-CC18-8F6B-6C21-D6663E741CCC}"/>
              </a:ext>
            </a:extLst>
          </p:cNvPr>
          <p:cNvCxnSpPr>
            <a:cxnSpLocks/>
            <a:stCxn id="137" idx="2"/>
            <a:endCxn id="160" idx="0"/>
          </p:cNvCxnSpPr>
          <p:nvPr/>
        </p:nvCxnSpPr>
        <p:spPr>
          <a:xfrm flipH="1">
            <a:off x="6042050" y="520036"/>
            <a:ext cx="4853" cy="5662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259CEC2F-9DB2-E1E0-FFAC-65B553F9E884}"/>
              </a:ext>
            </a:extLst>
          </p:cNvPr>
          <p:cNvSpPr/>
          <p:nvPr/>
        </p:nvSpPr>
        <p:spPr>
          <a:xfrm>
            <a:off x="5689807" y="1086242"/>
            <a:ext cx="211915" cy="4104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1FE9C223-5D1E-2A2F-6A64-E5FCA245429D}"/>
              </a:ext>
            </a:extLst>
          </p:cNvPr>
          <p:cNvSpPr/>
          <p:nvPr/>
        </p:nvSpPr>
        <p:spPr>
          <a:xfrm>
            <a:off x="5936894" y="1086242"/>
            <a:ext cx="210312" cy="4104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2986AB2-5778-572C-964C-A51E8D5BF85A}"/>
              </a:ext>
            </a:extLst>
          </p:cNvPr>
          <p:cNvSpPr/>
          <p:nvPr/>
        </p:nvSpPr>
        <p:spPr>
          <a:xfrm>
            <a:off x="-40060" y="637775"/>
            <a:ext cx="531300" cy="499317"/>
          </a:xfrm>
          <a:prstGeom prst="roundRect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D64548C5-D490-6AFB-8358-2BC3C9262F79}"/>
              </a:ext>
            </a:extLst>
          </p:cNvPr>
          <p:cNvCxnSpPr>
            <a:cxnSpLocks/>
            <a:stCxn id="71" idx="2"/>
            <a:endCxn id="69" idx="1"/>
          </p:cNvCxnSpPr>
          <p:nvPr/>
        </p:nvCxnSpPr>
        <p:spPr>
          <a:xfrm rot="16200000" flipH="1">
            <a:off x="1483207" y="-120526"/>
            <a:ext cx="154366" cy="2669601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210E71F0-F94D-DCC9-51A8-A411C9E71B58}"/>
              </a:ext>
            </a:extLst>
          </p:cNvPr>
          <p:cNvSpPr/>
          <p:nvPr/>
        </p:nvSpPr>
        <p:spPr>
          <a:xfrm>
            <a:off x="2838562" y="1049902"/>
            <a:ext cx="560955" cy="49354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7C8A9332-2DD7-FB8B-E4AF-29D2BDAF72A9}"/>
              </a:ext>
            </a:extLst>
          </p:cNvPr>
          <p:cNvSpPr/>
          <p:nvPr/>
        </p:nvSpPr>
        <p:spPr>
          <a:xfrm>
            <a:off x="3657390" y="1043591"/>
            <a:ext cx="560955" cy="49354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95F54FDD-9DA4-7776-B7D4-F3D69CAAF333}"/>
              </a:ext>
            </a:extLst>
          </p:cNvPr>
          <p:cNvSpPr/>
          <p:nvPr/>
        </p:nvSpPr>
        <p:spPr>
          <a:xfrm>
            <a:off x="4420156" y="1043591"/>
            <a:ext cx="560955" cy="49354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4FBFFDDD-91DA-9FD3-D9EB-1C0AA37D2AAC}"/>
              </a:ext>
            </a:extLst>
          </p:cNvPr>
          <p:cNvSpPr/>
          <p:nvPr/>
        </p:nvSpPr>
        <p:spPr>
          <a:xfrm>
            <a:off x="5639602" y="1043591"/>
            <a:ext cx="560955" cy="49354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A26867F3-B9C2-0220-E055-5A2A517A7801}"/>
              </a:ext>
            </a:extLst>
          </p:cNvPr>
          <p:cNvSpPr/>
          <p:nvPr/>
        </p:nvSpPr>
        <p:spPr>
          <a:xfrm>
            <a:off x="2895191" y="1904225"/>
            <a:ext cx="3380312" cy="3600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Layer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5590B5B-F25C-303B-040A-1B514143775E}"/>
              </a:ext>
            </a:extLst>
          </p:cNvPr>
          <p:cNvSpPr txBox="1"/>
          <p:nvPr/>
        </p:nvSpPr>
        <p:spPr>
          <a:xfrm>
            <a:off x="4876675" y="637776"/>
            <a:ext cx="11128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embedding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AF3A0C30-FD4A-0830-DAE8-D6C9045B5248}"/>
              </a:ext>
            </a:extLst>
          </p:cNvPr>
          <p:cNvSpPr txBox="1"/>
          <p:nvPr/>
        </p:nvSpPr>
        <p:spPr>
          <a:xfrm>
            <a:off x="1091013" y="1073831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embedding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2F9514C-94BE-7111-F6D7-67DD952E6248}"/>
              </a:ext>
            </a:extLst>
          </p:cNvPr>
          <p:cNvSpPr txBox="1"/>
          <p:nvPr/>
        </p:nvSpPr>
        <p:spPr>
          <a:xfrm>
            <a:off x="5087169" y="10678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91" name="Right Arrow 190">
            <a:extLst>
              <a:ext uri="{FF2B5EF4-FFF2-40B4-BE49-F238E27FC236}">
                <a16:creationId xmlns:a16="http://schemas.microsoft.com/office/drawing/2014/main" id="{7F9EA946-DC8E-A131-5A2E-185585F137CB}"/>
              </a:ext>
            </a:extLst>
          </p:cNvPr>
          <p:cNvSpPr/>
          <p:nvPr/>
        </p:nvSpPr>
        <p:spPr>
          <a:xfrm rot="16200000">
            <a:off x="755202" y="3117821"/>
            <a:ext cx="288032" cy="4572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351E98F-AA0D-230D-950C-6091D01237B8}"/>
              </a:ext>
            </a:extLst>
          </p:cNvPr>
          <p:cNvCxnSpPr>
            <a:stCxn id="127" idx="2"/>
          </p:cNvCxnSpPr>
          <p:nvPr/>
        </p:nvCxnSpPr>
        <p:spPr>
          <a:xfrm flipH="1">
            <a:off x="3119039" y="1543442"/>
            <a:ext cx="1" cy="360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293F87E-6066-9D3C-9B3E-990B59CF0D91}"/>
              </a:ext>
            </a:extLst>
          </p:cNvPr>
          <p:cNvCxnSpPr>
            <a:cxnSpLocks/>
            <a:stCxn id="181" idx="2"/>
          </p:cNvCxnSpPr>
          <p:nvPr/>
        </p:nvCxnSpPr>
        <p:spPr>
          <a:xfrm>
            <a:off x="3937868" y="1537131"/>
            <a:ext cx="0" cy="367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3ABC899C-F5F1-6D58-89FF-6D725E10F017}"/>
              </a:ext>
            </a:extLst>
          </p:cNvPr>
          <p:cNvCxnSpPr>
            <a:cxnSpLocks/>
            <a:stCxn id="182" idx="2"/>
          </p:cNvCxnSpPr>
          <p:nvPr/>
        </p:nvCxnSpPr>
        <p:spPr>
          <a:xfrm>
            <a:off x="4700634" y="1537131"/>
            <a:ext cx="0" cy="367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AC07D291-2FE0-5624-15B0-341A73227730}"/>
              </a:ext>
            </a:extLst>
          </p:cNvPr>
          <p:cNvCxnSpPr>
            <a:cxnSpLocks/>
            <a:stCxn id="183" idx="2"/>
          </p:cNvCxnSpPr>
          <p:nvPr/>
        </p:nvCxnSpPr>
        <p:spPr>
          <a:xfrm flipH="1">
            <a:off x="5920079" y="1537131"/>
            <a:ext cx="1" cy="356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" name="Picture 244">
            <a:extLst>
              <a:ext uri="{FF2B5EF4-FFF2-40B4-BE49-F238E27FC236}">
                <a16:creationId xmlns:a16="http://schemas.microsoft.com/office/drawing/2014/main" id="{91DC5AE4-1816-61C7-B084-FE796658774B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75" y="3832448"/>
            <a:ext cx="1828800" cy="182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10AE8B1-416B-F10E-530E-92EC9B5A1D76}"/>
                  </a:ext>
                </a:extLst>
              </p:cNvPr>
              <p:cNvSpPr txBox="1"/>
              <p:nvPr/>
            </p:nvSpPr>
            <p:spPr>
              <a:xfrm>
                <a:off x="10540587" y="-460593"/>
                <a:ext cx="127101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10AE8B1-416B-F10E-530E-92EC9B5A1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587" y="-460593"/>
                <a:ext cx="1271016" cy="261610"/>
              </a:xfrm>
              <a:prstGeom prst="rect">
                <a:avLst/>
              </a:prstGeom>
              <a:blipFill>
                <a:blip r:embed="rId14"/>
                <a:stretch>
                  <a:fillRect b="-136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TextBox 201">
            <a:extLst>
              <a:ext uri="{FF2B5EF4-FFF2-40B4-BE49-F238E27FC236}">
                <a16:creationId xmlns:a16="http://schemas.microsoft.com/office/drawing/2014/main" id="{15747AAA-D50D-FF77-19B4-EF1C1ACF51D0}"/>
              </a:ext>
            </a:extLst>
          </p:cNvPr>
          <p:cNvSpPr txBox="1"/>
          <p:nvPr/>
        </p:nvSpPr>
        <p:spPr>
          <a:xfrm>
            <a:off x="10540587" y="-16983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1E7C7-E58F-EE7F-569F-6B6A5929836E}"/>
              </a:ext>
            </a:extLst>
          </p:cNvPr>
          <p:cNvSpPr txBox="1"/>
          <p:nvPr/>
        </p:nvSpPr>
        <p:spPr>
          <a:xfrm>
            <a:off x="10540587" y="834626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3611E38A-02D2-F9F9-9509-7D7D7FE2200B}"/>
              </a:ext>
            </a:extLst>
          </p:cNvPr>
          <p:cNvSpPr txBox="1"/>
          <p:nvPr/>
        </p:nvSpPr>
        <p:spPr>
          <a:xfrm>
            <a:off x="10536246" y="6279652"/>
            <a:ext cx="127101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D6D4123A-3105-2C4B-1A4A-F1E3970DBE52}"/>
                  </a:ext>
                </a:extLst>
              </p:cNvPr>
              <p:cNvSpPr txBox="1"/>
              <p:nvPr/>
            </p:nvSpPr>
            <p:spPr>
              <a:xfrm>
                <a:off x="10540910" y="1282545"/>
                <a:ext cx="1271016" cy="26927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D6D4123A-3105-2C4B-1A4A-F1E3970D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910" y="1282545"/>
                <a:ext cx="1271016" cy="269273"/>
              </a:xfrm>
              <a:prstGeom prst="rect">
                <a:avLst/>
              </a:prstGeom>
              <a:blipFill>
                <a:blip r:embed="rId15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TextBox 211">
            <a:extLst>
              <a:ext uri="{FF2B5EF4-FFF2-40B4-BE49-F238E27FC236}">
                <a16:creationId xmlns:a16="http://schemas.microsoft.com/office/drawing/2014/main" id="{18652213-88D7-4BEF-F7BA-459F02D32F42}"/>
              </a:ext>
            </a:extLst>
          </p:cNvPr>
          <p:cNvSpPr txBox="1"/>
          <p:nvPr/>
        </p:nvSpPr>
        <p:spPr>
          <a:xfrm>
            <a:off x="10539287" y="1711209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891F2B6-304D-C585-E285-C406EA3CE7D3}"/>
              </a:ext>
            </a:extLst>
          </p:cNvPr>
          <p:cNvSpPr txBox="1"/>
          <p:nvPr/>
        </p:nvSpPr>
        <p:spPr>
          <a:xfrm>
            <a:off x="10539937" y="2528484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4669F4F-9B6F-B87C-6DE4-136299CE8A08}"/>
                  </a:ext>
                </a:extLst>
              </p:cNvPr>
              <p:cNvSpPr txBox="1"/>
              <p:nvPr/>
            </p:nvSpPr>
            <p:spPr>
              <a:xfrm>
                <a:off x="10537869" y="2976578"/>
                <a:ext cx="127101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4669F4F-9B6F-B87C-6DE4-136299CE8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869" y="2976578"/>
                <a:ext cx="1271016" cy="261610"/>
              </a:xfrm>
              <a:prstGeom prst="rect">
                <a:avLst/>
              </a:prstGeom>
              <a:blipFill>
                <a:blip r:embed="rId16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" name="TextBox 214">
            <a:extLst>
              <a:ext uri="{FF2B5EF4-FFF2-40B4-BE49-F238E27FC236}">
                <a16:creationId xmlns:a16="http://schemas.microsoft.com/office/drawing/2014/main" id="{CDFDA6FB-071C-6A94-479F-E9CB01267706}"/>
              </a:ext>
            </a:extLst>
          </p:cNvPr>
          <p:cNvSpPr txBox="1"/>
          <p:nvPr/>
        </p:nvSpPr>
        <p:spPr>
          <a:xfrm>
            <a:off x="10536246" y="3405243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6098D2C9-4A70-FE4B-85ED-ED1B7A877B5F}"/>
              </a:ext>
            </a:extLst>
          </p:cNvPr>
          <p:cNvSpPr txBox="1"/>
          <p:nvPr/>
        </p:nvSpPr>
        <p:spPr>
          <a:xfrm>
            <a:off x="10533855" y="3826383"/>
            <a:ext cx="127101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6E351FC-D183-F12C-1901-9C02FD6E9D64}"/>
              </a:ext>
            </a:extLst>
          </p:cNvPr>
          <p:cNvSpPr txBox="1"/>
          <p:nvPr/>
        </p:nvSpPr>
        <p:spPr>
          <a:xfrm>
            <a:off x="10536896" y="4195121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AE94950-00B0-B302-26B7-49FAE5DD00F7}"/>
                  </a:ext>
                </a:extLst>
              </p:cNvPr>
              <p:cNvSpPr txBox="1"/>
              <p:nvPr/>
            </p:nvSpPr>
            <p:spPr>
              <a:xfrm>
                <a:off x="10537869" y="4604186"/>
                <a:ext cx="127101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AE94950-00B0-B302-26B7-49FAE5DD0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869" y="4604186"/>
                <a:ext cx="1271016" cy="261610"/>
              </a:xfrm>
              <a:prstGeom prst="rect">
                <a:avLst/>
              </a:prstGeom>
              <a:blipFill>
                <a:blip r:embed="rId17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9" name="TextBox 218">
            <a:extLst>
              <a:ext uri="{FF2B5EF4-FFF2-40B4-BE49-F238E27FC236}">
                <a16:creationId xmlns:a16="http://schemas.microsoft.com/office/drawing/2014/main" id="{45C7C6A0-0FDF-8F32-D753-BD36C051E863}"/>
              </a:ext>
            </a:extLst>
          </p:cNvPr>
          <p:cNvSpPr txBox="1"/>
          <p:nvPr/>
        </p:nvSpPr>
        <p:spPr>
          <a:xfrm>
            <a:off x="10536246" y="4998576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DF96B35-D60E-0357-9B5B-4AC30DFA799F}"/>
              </a:ext>
            </a:extLst>
          </p:cNvPr>
          <p:cNvSpPr txBox="1"/>
          <p:nvPr/>
        </p:nvSpPr>
        <p:spPr>
          <a:xfrm>
            <a:off x="10533855" y="5419716"/>
            <a:ext cx="127101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B2FD53B-DAE6-D850-98BA-8E008FD5C820}"/>
              </a:ext>
            </a:extLst>
          </p:cNvPr>
          <p:cNvSpPr txBox="1"/>
          <p:nvPr/>
        </p:nvSpPr>
        <p:spPr>
          <a:xfrm>
            <a:off x="10536896" y="5860462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51B9C833-61BC-2B75-3CB9-0D5B6EF45C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85095" y="-107983"/>
            <a:ext cx="18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15C0A89B-2553-23D7-E4D5-F94578DE635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102194" y="318529"/>
            <a:ext cx="153880" cy="6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AF93A82E-90C2-4E66-3B4A-4C32A184BE2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1879" y="744333"/>
            <a:ext cx="174509" cy="6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89DB81A8-0D4C-31E9-58F0-98F471CE5D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83103" y="1189229"/>
            <a:ext cx="186308" cy="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FA1B77E-7948-B7E1-281B-7BA81D6AE85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5911" y="1630702"/>
            <a:ext cx="159392" cy="1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F5B1D0DF-6A3F-6EBF-CA45-A9CF8BCBBA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94983" y="2052631"/>
            <a:ext cx="160924" cy="1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2435D071-0CB5-972A-307C-3A6942DFB2B0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109205" y="2461594"/>
            <a:ext cx="133131" cy="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43D7840B-DABD-A62F-2971-7206A55D57C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81169" y="2882302"/>
            <a:ext cx="186484" cy="2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6A073F4-8C9D-F155-AB3A-906CABE341BE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89038" y="3320904"/>
            <a:ext cx="167055" cy="1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FB84FFA2-8E57-F11B-1A30-6B8725F9640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0794" y="3745423"/>
            <a:ext cx="159530" cy="2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6F0675AE-5A04-7E1A-B129-CCB0BD6D36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117320" y="4140037"/>
            <a:ext cx="107128" cy="3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77137FDF-7580-DDB3-A3D9-47751D41A6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99163" y="4529972"/>
            <a:ext cx="147455" cy="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4C0628BC-5CD2-D622-0919-99E8340AFF8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106176" y="4931375"/>
            <a:ext cx="132780" cy="1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EF33B946-C51E-EB61-51B2-9F0FCDB9A7C4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0794" y="5338756"/>
            <a:ext cx="159530" cy="2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55E84D6C-BB6B-4E44-A89D-E7287FAC48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81316" y="5769374"/>
            <a:ext cx="179136" cy="3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2CB47F75-56DE-CA22-2906-6B765DBFC18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3289" y="6200537"/>
            <a:ext cx="157580" cy="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E2A900AC-6B0E-1508-6582-460D181DF223}"/>
              </a:ext>
            </a:extLst>
          </p:cNvPr>
          <p:cNvSpPr txBox="1"/>
          <p:nvPr/>
        </p:nvSpPr>
        <p:spPr>
          <a:xfrm>
            <a:off x="10540587" y="2133743"/>
            <a:ext cx="1271016" cy="2616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260CC985-C3A1-01FE-B82B-76D94938DB6F}"/>
              </a:ext>
            </a:extLst>
          </p:cNvPr>
          <p:cNvSpPr txBox="1"/>
          <p:nvPr/>
        </p:nvSpPr>
        <p:spPr>
          <a:xfrm>
            <a:off x="10546664" y="398507"/>
            <a:ext cx="1271016" cy="2616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6C25EF8-1A28-9B98-CF90-183677A7DF8F}"/>
                  </a:ext>
                </a:extLst>
              </p:cNvPr>
              <p:cNvSpPr txBox="1"/>
              <p:nvPr/>
            </p:nvSpPr>
            <p:spPr>
              <a:xfrm>
                <a:off x="2403715" y="1974456"/>
                <a:ext cx="3480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6C25EF8-1A28-9B98-CF90-183677A7D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715" y="1974456"/>
                <a:ext cx="348044" cy="246221"/>
              </a:xfrm>
              <a:prstGeom prst="rect">
                <a:avLst/>
              </a:prstGeom>
              <a:blipFill>
                <a:blip r:embed="rId18"/>
                <a:stretch>
                  <a:fillRect l="-14286" r="-10714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TextBox 254">
            <a:extLst>
              <a:ext uri="{FF2B5EF4-FFF2-40B4-BE49-F238E27FC236}">
                <a16:creationId xmlns:a16="http://schemas.microsoft.com/office/drawing/2014/main" id="{8D0C0C2C-3E78-F666-888F-E1E0309FFBEA}"/>
              </a:ext>
            </a:extLst>
          </p:cNvPr>
          <p:cNvSpPr txBox="1"/>
          <p:nvPr/>
        </p:nvSpPr>
        <p:spPr>
          <a:xfrm>
            <a:off x="8054355" y="849926"/>
            <a:ext cx="1231593" cy="2653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643117F6-43D3-0845-9210-A49006188553}"/>
              </a:ext>
            </a:extLst>
          </p:cNvPr>
          <p:cNvSpPr txBox="1"/>
          <p:nvPr/>
        </p:nvSpPr>
        <p:spPr>
          <a:xfrm>
            <a:off x="8054308" y="1644004"/>
            <a:ext cx="123660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0EEBF16-4983-E228-65E9-0043F71437C5}"/>
              </a:ext>
            </a:extLst>
          </p:cNvPr>
          <p:cNvSpPr txBox="1"/>
          <p:nvPr/>
        </p:nvSpPr>
        <p:spPr>
          <a:xfrm>
            <a:off x="8059321" y="-377489"/>
            <a:ext cx="1231593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939E61EC-BBF5-D320-5C17-AEF3C8868765}"/>
              </a:ext>
            </a:extLst>
          </p:cNvPr>
          <p:cNvSpPr txBox="1"/>
          <p:nvPr/>
        </p:nvSpPr>
        <p:spPr>
          <a:xfrm>
            <a:off x="8056055" y="444869"/>
            <a:ext cx="123159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2E5EB08-0742-AECA-E8CC-64187296FCBE}"/>
              </a:ext>
            </a:extLst>
          </p:cNvPr>
          <p:cNvSpPr txBox="1"/>
          <p:nvPr/>
        </p:nvSpPr>
        <p:spPr>
          <a:xfrm>
            <a:off x="8056530" y="1244667"/>
            <a:ext cx="1229418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4952B971-2532-EF48-B34C-257FDF062FDC}"/>
              </a:ext>
            </a:extLst>
          </p:cNvPr>
          <p:cNvSpPr txBox="1"/>
          <p:nvPr/>
        </p:nvSpPr>
        <p:spPr>
          <a:xfrm>
            <a:off x="8046680" y="3230063"/>
            <a:ext cx="123926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A8F3DDB-0723-FBCB-D218-19E88D945002}"/>
              </a:ext>
            </a:extLst>
          </p:cNvPr>
          <p:cNvSpPr txBox="1"/>
          <p:nvPr/>
        </p:nvSpPr>
        <p:spPr>
          <a:xfrm>
            <a:off x="8046680" y="3626511"/>
            <a:ext cx="1239267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2093E1FC-7F48-3000-A1BA-73DB699C2F0D}"/>
              </a:ext>
            </a:extLst>
          </p:cNvPr>
          <p:cNvSpPr txBox="1"/>
          <p:nvPr/>
        </p:nvSpPr>
        <p:spPr>
          <a:xfrm>
            <a:off x="8040936" y="4080761"/>
            <a:ext cx="1245011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6C5C7CF-E050-FC3A-B64F-B8874A2E1429}"/>
              </a:ext>
            </a:extLst>
          </p:cNvPr>
          <p:cNvSpPr txBox="1"/>
          <p:nvPr/>
        </p:nvSpPr>
        <p:spPr>
          <a:xfrm>
            <a:off x="8037407" y="4507495"/>
            <a:ext cx="1248540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60297A27-6CD7-4DDB-6C76-856C5984BC6C}"/>
              </a:ext>
            </a:extLst>
          </p:cNvPr>
          <p:cNvSpPr txBox="1"/>
          <p:nvPr/>
        </p:nvSpPr>
        <p:spPr>
          <a:xfrm>
            <a:off x="8051510" y="5333445"/>
            <a:ext cx="1248540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F1677512-8619-609A-CA30-87BF62DEC7AB}"/>
              </a:ext>
            </a:extLst>
          </p:cNvPr>
          <p:cNvSpPr txBox="1"/>
          <p:nvPr/>
        </p:nvSpPr>
        <p:spPr>
          <a:xfrm>
            <a:off x="8036329" y="5736802"/>
            <a:ext cx="1263721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F4F84E0-2383-F18F-9984-4E917B0B5551}"/>
              </a:ext>
            </a:extLst>
          </p:cNvPr>
          <p:cNvSpPr txBox="1"/>
          <p:nvPr/>
        </p:nvSpPr>
        <p:spPr>
          <a:xfrm>
            <a:off x="8036330" y="6119718"/>
            <a:ext cx="1272130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D1BA715-5DF2-F285-68CD-1D06154FCB81}"/>
              </a:ext>
            </a:extLst>
          </p:cNvPr>
          <p:cNvSpPr txBox="1"/>
          <p:nvPr/>
        </p:nvSpPr>
        <p:spPr>
          <a:xfrm>
            <a:off x="8251138" y="2202559"/>
            <a:ext cx="843501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 </a:t>
            </a:r>
          </a:p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A08A9B3C-B532-6729-FDE5-09066E135E9C}"/>
              </a:ext>
            </a:extLst>
          </p:cNvPr>
          <p:cNvCxnSpPr>
            <a:cxnSpLocks/>
            <a:stCxn id="257" idx="2"/>
            <a:endCxn id="293" idx="0"/>
          </p:cNvCxnSpPr>
          <p:nvPr/>
        </p:nvCxnSpPr>
        <p:spPr>
          <a:xfrm>
            <a:off x="8675118" y="-115879"/>
            <a:ext cx="0" cy="14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5E39CA1A-E263-C672-2DEC-C07590068C2F}"/>
              </a:ext>
            </a:extLst>
          </p:cNvPr>
          <p:cNvCxnSpPr>
            <a:cxnSpLocks/>
            <a:stCxn id="293" idx="2"/>
            <a:endCxn id="259" idx="0"/>
          </p:cNvCxnSpPr>
          <p:nvPr/>
        </p:nvCxnSpPr>
        <p:spPr>
          <a:xfrm flipH="1">
            <a:off x="8671851" y="286917"/>
            <a:ext cx="3267" cy="157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788B2987-E6A3-18A3-8A95-E4C196526BE9}"/>
              </a:ext>
            </a:extLst>
          </p:cNvPr>
          <p:cNvCxnSpPr>
            <a:cxnSpLocks/>
            <a:stCxn id="259" idx="2"/>
            <a:endCxn id="255" idx="0"/>
          </p:cNvCxnSpPr>
          <p:nvPr/>
        </p:nvCxnSpPr>
        <p:spPr>
          <a:xfrm flipH="1">
            <a:off x="8670152" y="706479"/>
            <a:ext cx="1699" cy="14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4DDD5DF9-1B15-7217-05EE-F7A70F5CE948}"/>
              </a:ext>
            </a:extLst>
          </p:cNvPr>
          <p:cNvCxnSpPr>
            <a:cxnSpLocks/>
            <a:stCxn id="255" idx="2"/>
            <a:endCxn id="260" idx="0"/>
          </p:cNvCxnSpPr>
          <p:nvPr/>
        </p:nvCxnSpPr>
        <p:spPr>
          <a:xfrm>
            <a:off x="8670152" y="1115229"/>
            <a:ext cx="1087" cy="12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3DEFF8FB-951D-EDA3-01B2-C547282CA655}"/>
              </a:ext>
            </a:extLst>
          </p:cNvPr>
          <p:cNvCxnSpPr>
            <a:cxnSpLocks/>
            <a:stCxn id="260" idx="2"/>
            <a:endCxn id="256" idx="0"/>
          </p:cNvCxnSpPr>
          <p:nvPr/>
        </p:nvCxnSpPr>
        <p:spPr>
          <a:xfrm>
            <a:off x="8671239" y="1506277"/>
            <a:ext cx="1372" cy="137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A6A6F132-D9E0-581D-9758-D95FAB886FBB}"/>
              </a:ext>
            </a:extLst>
          </p:cNvPr>
          <p:cNvCxnSpPr>
            <a:cxnSpLocks/>
            <a:stCxn id="271" idx="2"/>
            <a:endCxn id="261" idx="0"/>
          </p:cNvCxnSpPr>
          <p:nvPr/>
        </p:nvCxnSpPr>
        <p:spPr>
          <a:xfrm flipH="1">
            <a:off x="8666314" y="2633446"/>
            <a:ext cx="6575" cy="596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5FF7580B-2341-2AB4-4DC7-6643A54C1278}"/>
              </a:ext>
            </a:extLst>
          </p:cNvPr>
          <p:cNvCxnSpPr>
            <a:cxnSpLocks/>
            <a:stCxn id="261" idx="2"/>
            <a:endCxn id="262" idx="0"/>
          </p:cNvCxnSpPr>
          <p:nvPr/>
        </p:nvCxnSpPr>
        <p:spPr>
          <a:xfrm>
            <a:off x="8666314" y="3491673"/>
            <a:ext cx="0" cy="134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CE1D0B92-FDF3-8377-2814-3F52243C3724}"/>
              </a:ext>
            </a:extLst>
          </p:cNvPr>
          <p:cNvCxnSpPr>
            <a:cxnSpLocks/>
            <a:stCxn id="262" idx="2"/>
            <a:endCxn id="263" idx="0"/>
          </p:cNvCxnSpPr>
          <p:nvPr/>
        </p:nvCxnSpPr>
        <p:spPr>
          <a:xfrm flipH="1">
            <a:off x="8663442" y="3888121"/>
            <a:ext cx="2872" cy="192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44620E15-1121-BA02-4F55-E35471E06B90}"/>
              </a:ext>
            </a:extLst>
          </p:cNvPr>
          <p:cNvCxnSpPr>
            <a:cxnSpLocks/>
            <a:stCxn id="263" idx="2"/>
            <a:endCxn id="264" idx="0"/>
          </p:cNvCxnSpPr>
          <p:nvPr/>
        </p:nvCxnSpPr>
        <p:spPr>
          <a:xfrm flipH="1">
            <a:off x="8661677" y="4342371"/>
            <a:ext cx="1765" cy="165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C1E29CFA-EC5D-CCB5-F95B-1F019EDC2178}"/>
              </a:ext>
            </a:extLst>
          </p:cNvPr>
          <p:cNvCxnSpPr>
            <a:cxnSpLocks/>
            <a:stCxn id="264" idx="2"/>
            <a:endCxn id="294" idx="0"/>
          </p:cNvCxnSpPr>
          <p:nvPr/>
        </p:nvCxnSpPr>
        <p:spPr>
          <a:xfrm>
            <a:off x="8661677" y="4769105"/>
            <a:ext cx="5630" cy="151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7E4AF234-F2B2-90E0-6FA3-A4384DDFC99E}"/>
              </a:ext>
            </a:extLst>
          </p:cNvPr>
          <p:cNvCxnSpPr>
            <a:cxnSpLocks/>
            <a:stCxn id="294" idx="2"/>
            <a:endCxn id="265" idx="0"/>
          </p:cNvCxnSpPr>
          <p:nvPr/>
        </p:nvCxnSpPr>
        <p:spPr>
          <a:xfrm>
            <a:off x="8667307" y="5182080"/>
            <a:ext cx="8473" cy="151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FCBB0111-54F3-B782-8AD7-43B7C552A1A3}"/>
              </a:ext>
            </a:extLst>
          </p:cNvPr>
          <p:cNvCxnSpPr>
            <a:cxnSpLocks/>
            <a:stCxn id="265" idx="2"/>
            <a:endCxn id="266" idx="0"/>
          </p:cNvCxnSpPr>
          <p:nvPr/>
        </p:nvCxnSpPr>
        <p:spPr>
          <a:xfrm flipH="1">
            <a:off x="8668190" y="5595055"/>
            <a:ext cx="7590" cy="14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F587D4BE-C3DF-37F6-7A65-2574D3D70F9D}"/>
              </a:ext>
            </a:extLst>
          </p:cNvPr>
          <p:cNvCxnSpPr>
            <a:cxnSpLocks/>
            <a:stCxn id="266" idx="2"/>
            <a:endCxn id="267" idx="0"/>
          </p:cNvCxnSpPr>
          <p:nvPr/>
        </p:nvCxnSpPr>
        <p:spPr>
          <a:xfrm>
            <a:off x="8668190" y="5998412"/>
            <a:ext cx="4205" cy="12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8" name="Elbow Connector 287">
            <a:extLst>
              <a:ext uri="{FF2B5EF4-FFF2-40B4-BE49-F238E27FC236}">
                <a16:creationId xmlns:a16="http://schemas.microsoft.com/office/drawing/2014/main" id="{A2A68F52-7913-F7D5-F140-2691FC2F782E}"/>
              </a:ext>
            </a:extLst>
          </p:cNvPr>
          <p:cNvCxnSpPr>
            <a:stCxn id="256" idx="2"/>
          </p:cNvCxnSpPr>
          <p:nvPr/>
        </p:nvCxnSpPr>
        <p:spPr>
          <a:xfrm rot="5400000">
            <a:off x="8382306" y="1914567"/>
            <a:ext cx="299258" cy="28135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Elbow Connector 289">
            <a:extLst>
              <a:ext uri="{FF2B5EF4-FFF2-40B4-BE49-F238E27FC236}">
                <a16:creationId xmlns:a16="http://schemas.microsoft.com/office/drawing/2014/main" id="{BF544F7B-0A0D-238D-E10F-F71786082F72}"/>
              </a:ext>
            </a:extLst>
          </p:cNvPr>
          <p:cNvCxnSpPr>
            <a:stCxn id="256" idx="2"/>
          </p:cNvCxnSpPr>
          <p:nvPr/>
        </p:nvCxnSpPr>
        <p:spPr>
          <a:xfrm rot="16200000" flipH="1">
            <a:off x="8656593" y="1921632"/>
            <a:ext cx="299258" cy="2672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620C8410-75A5-9F9F-1A41-F3FEA65BBE1B}"/>
              </a:ext>
            </a:extLst>
          </p:cNvPr>
          <p:cNvCxnSpPr>
            <a:stCxn id="256" idx="2"/>
            <a:endCxn id="271" idx="0"/>
          </p:cNvCxnSpPr>
          <p:nvPr/>
        </p:nvCxnSpPr>
        <p:spPr>
          <a:xfrm>
            <a:off x="8672611" y="1905614"/>
            <a:ext cx="278" cy="2969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9EB1206C-3DAC-8E5C-BC11-1FB0E894A191}"/>
              </a:ext>
            </a:extLst>
          </p:cNvPr>
          <p:cNvSpPr txBox="1"/>
          <p:nvPr/>
        </p:nvSpPr>
        <p:spPr>
          <a:xfrm>
            <a:off x="8059321" y="25307"/>
            <a:ext cx="1231593" cy="26161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3EF6C6A3-9796-0CCB-D0D6-0D6178D83D89}"/>
              </a:ext>
            </a:extLst>
          </p:cNvPr>
          <p:cNvSpPr txBox="1"/>
          <p:nvPr/>
        </p:nvSpPr>
        <p:spPr>
          <a:xfrm>
            <a:off x="8051510" y="4920470"/>
            <a:ext cx="1231593" cy="26161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</p:txBody>
      </p:sp>
      <p:sp>
        <p:nvSpPr>
          <p:cNvPr id="310" name="Rounded Rectangle 309">
            <a:extLst>
              <a:ext uri="{FF2B5EF4-FFF2-40B4-BE49-F238E27FC236}">
                <a16:creationId xmlns:a16="http://schemas.microsoft.com/office/drawing/2014/main" id="{186854C0-C847-89C2-6F26-091E6B801EEB}"/>
              </a:ext>
            </a:extLst>
          </p:cNvPr>
          <p:cNvSpPr/>
          <p:nvPr/>
        </p:nvSpPr>
        <p:spPr>
          <a:xfrm>
            <a:off x="2895191" y="2658108"/>
            <a:ext cx="3380312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</a:p>
        </p:txBody>
      </p: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72B73202-1DE1-82B1-4746-C8EBF477F3F8}"/>
              </a:ext>
            </a:extLst>
          </p:cNvPr>
          <p:cNvCxnSpPr/>
          <p:nvPr/>
        </p:nvCxnSpPr>
        <p:spPr>
          <a:xfrm flipH="1">
            <a:off x="3102538" y="2284238"/>
            <a:ext cx="1" cy="360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58CF76DF-1EC3-BE9E-BA48-BF5E5105ACBA}"/>
              </a:ext>
            </a:extLst>
          </p:cNvPr>
          <p:cNvCxnSpPr>
            <a:cxnSpLocks/>
          </p:cNvCxnSpPr>
          <p:nvPr/>
        </p:nvCxnSpPr>
        <p:spPr>
          <a:xfrm>
            <a:off x="3921367" y="2277927"/>
            <a:ext cx="0" cy="367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EB00C93B-3F40-C697-8F5F-4A4F17FE76FA}"/>
              </a:ext>
            </a:extLst>
          </p:cNvPr>
          <p:cNvCxnSpPr>
            <a:cxnSpLocks/>
          </p:cNvCxnSpPr>
          <p:nvPr/>
        </p:nvCxnSpPr>
        <p:spPr>
          <a:xfrm>
            <a:off x="4684133" y="2277927"/>
            <a:ext cx="0" cy="367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981E0764-33CC-4711-0265-E10ADB953E9C}"/>
              </a:ext>
            </a:extLst>
          </p:cNvPr>
          <p:cNvCxnSpPr>
            <a:cxnSpLocks/>
          </p:cNvCxnSpPr>
          <p:nvPr/>
        </p:nvCxnSpPr>
        <p:spPr>
          <a:xfrm flipH="1">
            <a:off x="5903578" y="2277927"/>
            <a:ext cx="1" cy="356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924558CA-B2E4-19FC-BA51-04DAD65D72DD}"/>
              </a:ext>
            </a:extLst>
          </p:cNvPr>
          <p:cNvCxnSpPr>
            <a:cxnSpLocks/>
            <a:endCxn id="257" idx="0"/>
          </p:cNvCxnSpPr>
          <p:nvPr/>
        </p:nvCxnSpPr>
        <p:spPr>
          <a:xfrm>
            <a:off x="8675118" y="-891480"/>
            <a:ext cx="0" cy="513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7D068801-728D-AB02-2307-9F75C43698FC}"/>
              </a:ext>
            </a:extLst>
          </p:cNvPr>
          <p:cNvCxnSpPr>
            <a:cxnSpLocks/>
            <a:stCxn id="267" idx="2"/>
          </p:cNvCxnSpPr>
          <p:nvPr/>
        </p:nvCxnSpPr>
        <p:spPr>
          <a:xfrm>
            <a:off x="8672395" y="6381328"/>
            <a:ext cx="2719" cy="5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ight Arrow 342">
            <a:extLst>
              <a:ext uri="{FF2B5EF4-FFF2-40B4-BE49-F238E27FC236}">
                <a16:creationId xmlns:a16="http://schemas.microsoft.com/office/drawing/2014/main" id="{58BD0B47-B8FE-D861-19EB-BB283018268B}"/>
              </a:ext>
            </a:extLst>
          </p:cNvPr>
          <p:cNvSpPr/>
          <p:nvPr/>
        </p:nvSpPr>
        <p:spPr>
          <a:xfrm rot="5400000">
            <a:off x="4478859" y="3165747"/>
            <a:ext cx="288032" cy="4572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A5508C24-A27C-88A0-01D5-ADA91FF7044A}"/>
              </a:ext>
            </a:extLst>
          </p:cNvPr>
          <p:cNvSpPr/>
          <p:nvPr/>
        </p:nvSpPr>
        <p:spPr>
          <a:xfrm>
            <a:off x="8531924" y="6453336"/>
            <a:ext cx="290170" cy="29715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7D7D7FC-391A-C23F-F3BD-B6D6BFEB4F5B}"/>
                  </a:ext>
                </a:extLst>
              </p:cNvPr>
              <p:cNvSpPr txBox="1"/>
              <p:nvPr/>
            </p:nvSpPr>
            <p:spPr>
              <a:xfrm>
                <a:off x="8563997" y="6457546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7D7D7FC-391A-C23F-F3BD-B6D6BFEB4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997" y="6457546"/>
                <a:ext cx="226024" cy="276999"/>
              </a:xfrm>
              <a:prstGeom prst="rect">
                <a:avLst/>
              </a:prstGeom>
              <a:blipFill>
                <a:blip r:embed="rId19"/>
                <a:stretch>
                  <a:fillRect l="-21053" r="-1578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7" name="Oval 346">
            <a:extLst>
              <a:ext uri="{FF2B5EF4-FFF2-40B4-BE49-F238E27FC236}">
                <a16:creationId xmlns:a16="http://schemas.microsoft.com/office/drawing/2014/main" id="{17F12986-C90E-4527-CCA6-46BB4ADB3A27}"/>
              </a:ext>
            </a:extLst>
          </p:cNvPr>
          <p:cNvSpPr/>
          <p:nvPr/>
        </p:nvSpPr>
        <p:spPr>
          <a:xfrm>
            <a:off x="8516592" y="2773109"/>
            <a:ext cx="290170" cy="29715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5181338F-BF12-20BC-3DA4-631EAFE642DD}"/>
                  </a:ext>
                </a:extLst>
              </p:cNvPr>
              <p:cNvSpPr txBox="1"/>
              <p:nvPr/>
            </p:nvSpPr>
            <p:spPr>
              <a:xfrm>
                <a:off x="8548665" y="2777319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5181338F-BF12-20BC-3DA4-631EAFE64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665" y="2777319"/>
                <a:ext cx="226024" cy="276999"/>
              </a:xfrm>
              <a:prstGeom prst="rect">
                <a:avLst/>
              </a:prstGeom>
              <a:blipFill>
                <a:blip r:embed="rId20"/>
                <a:stretch>
                  <a:fillRect l="-15789" r="-21053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0" name="Elbow Connector 349">
            <a:extLst>
              <a:ext uri="{FF2B5EF4-FFF2-40B4-BE49-F238E27FC236}">
                <a16:creationId xmlns:a16="http://schemas.microsoft.com/office/drawing/2014/main" id="{DD465AC4-E2F5-0A9A-7B44-F85AD1D1F1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13557" y="1049405"/>
            <a:ext cx="3655216" cy="131648"/>
          </a:xfrm>
          <a:prstGeom prst="bentConnector4">
            <a:avLst>
              <a:gd name="adj1" fmla="val 3373"/>
              <a:gd name="adj2" fmla="val 6561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Elbow Connector 373">
            <a:extLst>
              <a:ext uri="{FF2B5EF4-FFF2-40B4-BE49-F238E27FC236}">
                <a16:creationId xmlns:a16="http://schemas.microsoft.com/office/drawing/2014/main" id="{569B25B1-73AA-3404-5D57-63D09BC7A6E6}"/>
              </a:ext>
            </a:extLst>
          </p:cNvPr>
          <p:cNvCxnSpPr>
            <a:cxnSpLocks/>
            <a:stCxn id="347" idx="2"/>
            <a:endCxn id="345" idx="2"/>
          </p:cNvCxnSpPr>
          <p:nvPr/>
        </p:nvCxnSpPr>
        <p:spPr>
          <a:xfrm rot="10800000" flipH="1" flipV="1">
            <a:off x="8516592" y="2921686"/>
            <a:ext cx="15332" cy="3680227"/>
          </a:xfrm>
          <a:prstGeom prst="bentConnector3">
            <a:avLst>
              <a:gd name="adj1" fmla="val -45661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54C94776-7CF0-2C36-8E1F-6E802BECA894}"/>
              </a:ext>
            </a:extLst>
          </p:cNvPr>
          <p:cNvCxnSpPr>
            <a:cxnSpLocks/>
          </p:cNvCxnSpPr>
          <p:nvPr/>
        </p:nvCxnSpPr>
        <p:spPr>
          <a:xfrm>
            <a:off x="11152848" y="-728326"/>
            <a:ext cx="0" cy="2677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5B519FDD-30A3-C301-73C3-50A693EDBA96}"/>
              </a:ext>
            </a:extLst>
          </p:cNvPr>
          <p:cNvCxnSpPr>
            <a:cxnSpLocks/>
          </p:cNvCxnSpPr>
          <p:nvPr/>
        </p:nvCxnSpPr>
        <p:spPr>
          <a:xfrm>
            <a:off x="11192193" y="6541262"/>
            <a:ext cx="0" cy="3007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Bent Arrow 399">
            <a:extLst>
              <a:ext uri="{FF2B5EF4-FFF2-40B4-BE49-F238E27FC236}">
                <a16:creationId xmlns:a16="http://schemas.microsoft.com/office/drawing/2014/main" id="{2239151B-37FC-9150-5B61-AA51C8581E7E}"/>
              </a:ext>
            </a:extLst>
          </p:cNvPr>
          <p:cNvSpPr/>
          <p:nvPr/>
        </p:nvSpPr>
        <p:spPr>
          <a:xfrm>
            <a:off x="1853303" y="62837"/>
            <a:ext cx="807072" cy="457199"/>
          </a:xfrm>
          <a:prstGeom prst="bentArrow">
            <a:avLst>
              <a:gd name="adj1" fmla="val 25000"/>
              <a:gd name="adj2" fmla="val 37869"/>
              <a:gd name="adj3" fmla="val 25000"/>
              <a:gd name="adj4" fmla="val 4375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1" name="Rounded Rectangle 400">
            <a:extLst>
              <a:ext uri="{FF2B5EF4-FFF2-40B4-BE49-F238E27FC236}">
                <a16:creationId xmlns:a16="http://schemas.microsoft.com/office/drawing/2014/main" id="{81A655F8-F012-9CB6-B56D-909449379BD4}"/>
              </a:ext>
            </a:extLst>
          </p:cNvPr>
          <p:cNvSpPr/>
          <p:nvPr/>
        </p:nvSpPr>
        <p:spPr>
          <a:xfrm>
            <a:off x="2751759" y="-17125"/>
            <a:ext cx="3685334" cy="577925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D6F304C7-3B91-677E-03EE-A6649D5BF511}"/>
              </a:ext>
            </a:extLst>
          </p:cNvPr>
          <p:cNvSpPr txBox="1"/>
          <p:nvPr/>
        </p:nvSpPr>
        <p:spPr>
          <a:xfrm>
            <a:off x="-394733" y="-869940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32D83A66-96BA-CE85-5B10-DBE8E9AA618D}"/>
              </a:ext>
            </a:extLst>
          </p:cNvPr>
          <p:cNvSpPr txBox="1"/>
          <p:nvPr/>
        </p:nvSpPr>
        <p:spPr>
          <a:xfrm>
            <a:off x="6986760" y="-963792"/>
            <a:ext cx="509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D0CDAFBD-0FE7-95D4-5B58-1E875EF8F3A6}"/>
              </a:ext>
            </a:extLst>
          </p:cNvPr>
          <p:cNvSpPr txBox="1"/>
          <p:nvPr/>
        </p:nvSpPr>
        <p:spPr>
          <a:xfrm>
            <a:off x="10006541" y="-963792"/>
            <a:ext cx="509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448165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20E4E3-11B7-7A33-2AA4-CA4400F5B338}"/>
              </a:ext>
            </a:extLst>
          </p:cNvPr>
          <p:cNvSpPr/>
          <p:nvPr/>
        </p:nvSpPr>
        <p:spPr>
          <a:xfrm>
            <a:off x="155817" y="5559210"/>
            <a:ext cx="1371600" cy="137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18C4FD3-98E1-2754-3857-8D4947E327DF}"/>
              </a:ext>
            </a:extLst>
          </p:cNvPr>
          <p:cNvCxnSpPr>
            <a:cxnSpLocks/>
          </p:cNvCxnSpPr>
          <p:nvPr/>
        </p:nvCxnSpPr>
        <p:spPr>
          <a:xfrm>
            <a:off x="148242" y="6616258"/>
            <a:ext cx="1371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163785D1-88CD-2F52-3933-68D4039823E7}"/>
              </a:ext>
            </a:extLst>
          </p:cNvPr>
          <p:cNvSpPr/>
          <p:nvPr/>
        </p:nvSpPr>
        <p:spPr>
          <a:xfrm rot="16200000">
            <a:off x="7533932" y="2277200"/>
            <a:ext cx="7259544" cy="149824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Rounded Rectangle 307">
            <a:extLst>
              <a:ext uri="{FF2B5EF4-FFF2-40B4-BE49-F238E27FC236}">
                <a16:creationId xmlns:a16="http://schemas.microsoft.com/office/drawing/2014/main" id="{B0A73F29-AAA3-86DC-6C40-A85F63C6F360}"/>
              </a:ext>
            </a:extLst>
          </p:cNvPr>
          <p:cNvSpPr/>
          <p:nvPr/>
        </p:nvSpPr>
        <p:spPr>
          <a:xfrm rot="5400000">
            <a:off x="4833637" y="1906306"/>
            <a:ext cx="7543762" cy="23063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ounded Rectangle 398">
            <a:extLst>
              <a:ext uri="{FF2B5EF4-FFF2-40B4-BE49-F238E27FC236}">
                <a16:creationId xmlns:a16="http://schemas.microsoft.com/office/drawing/2014/main" id="{A08EE075-3D2A-BD2F-A148-4BD4701411E4}"/>
              </a:ext>
            </a:extLst>
          </p:cNvPr>
          <p:cNvSpPr/>
          <p:nvPr/>
        </p:nvSpPr>
        <p:spPr>
          <a:xfrm>
            <a:off x="-174160" y="-186627"/>
            <a:ext cx="2146757" cy="22093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064CBA8B-8A44-B45B-A32C-F83AA460B492}"/>
              </a:ext>
            </a:extLst>
          </p:cNvPr>
          <p:cNvSpPr txBox="1"/>
          <p:nvPr/>
        </p:nvSpPr>
        <p:spPr>
          <a:xfrm>
            <a:off x="8054308" y="2204872"/>
            <a:ext cx="1236606" cy="430887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5" name="Picture 184">
            <a:extLst>
              <a:ext uri="{FF2B5EF4-FFF2-40B4-BE49-F238E27FC236}">
                <a16:creationId xmlns:a16="http://schemas.microsoft.com/office/drawing/2014/main" id="{83F82727-028F-94C5-CA8B-BF85FE759A8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8" y="2986693"/>
            <a:ext cx="18288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6BED39-93CE-3414-A80E-A9FE67578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80" y="9159"/>
            <a:ext cx="4572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B98B2A-2BB8-70BD-64F2-DDC8B55153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69" y="9159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1974B9-2965-038F-3507-9C1ECAFCB7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18" y="9159"/>
            <a:ext cx="457200" cy="4572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994E3B7-7954-7075-35FC-1312ADE96D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80" y="676697"/>
            <a:ext cx="457200" cy="4572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4130A4E-3F4C-C326-40A5-D38AE090C2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69" y="676697"/>
            <a:ext cx="457200" cy="4572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C40E745-593E-2019-15C4-6B3519DBF1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18" y="676697"/>
            <a:ext cx="457200" cy="4572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3CE439F-DC97-082F-B5DA-3800251930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80" y="1521381"/>
            <a:ext cx="457200" cy="4572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4C06BDE-9B0A-3B56-3A7B-FC0E7C8FFA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69" y="1521381"/>
            <a:ext cx="457200" cy="4572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87D3594-7640-C51F-AF84-91A011558F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18" y="1521381"/>
            <a:ext cx="457200" cy="457200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F1F9FADF-FB3C-9BF3-69F8-4F7311268D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834" y="-605758"/>
            <a:ext cx="457200" cy="457200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72867CC7-CDF0-306B-4973-ECC71AA73B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95" y="-605758"/>
            <a:ext cx="457200" cy="457200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2A084F69-61B2-D2B1-4DC4-24681799D5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963" y="-605758"/>
            <a:ext cx="457200" cy="457200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33A881F9-1A82-42A2-F6D3-3C4127573C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303" y="-595495"/>
            <a:ext cx="457200" cy="4572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B2A1F4F-5042-E01E-C4CC-873264F6E6EE}"/>
              </a:ext>
            </a:extLst>
          </p:cNvPr>
          <p:cNvSpPr txBox="1"/>
          <p:nvPr/>
        </p:nvSpPr>
        <p:spPr>
          <a:xfrm>
            <a:off x="5227984" y="-63691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F5ED804-17A5-D1D7-E5B0-72A1C0FBEE3A}"/>
              </a:ext>
            </a:extLst>
          </p:cNvPr>
          <p:cNvCxnSpPr>
            <a:cxnSpLocks/>
            <a:stCxn id="129" idx="2"/>
            <a:endCxn id="142" idx="0"/>
          </p:cNvCxnSpPr>
          <p:nvPr/>
        </p:nvCxnSpPr>
        <p:spPr>
          <a:xfrm>
            <a:off x="3247434" y="-148558"/>
            <a:ext cx="0" cy="5764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3F36623C-E8A9-8914-ADFC-F42AB1425334}"/>
              </a:ext>
            </a:extLst>
          </p:cNvPr>
          <p:cNvSpPr/>
          <p:nvPr/>
        </p:nvSpPr>
        <p:spPr>
          <a:xfrm>
            <a:off x="2895191" y="427911"/>
            <a:ext cx="211915" cy="4104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73B7B727-110E-5E0C-4639-D251F2014EDC}"/>
              </a:ext>
            </a:extLst>
          </p:cNvPr>
          <p:cNvSpPr/>
          <p:nvPr/>
        </p:nvSpPr>
        <p:spPr>
          <a:xfrm>
            <a:off x="3142278" y="427911"/>
            <a:ext cx="210312" cy="4104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C0A8DD6-98AB-4293-B307-94329A78C1CA}"/>
              </a:ext>
            </a:extLst>
          </p:cNvPr>
          <p:cNvCxnSpPr>
            <a:cxnSpLocks/>
            <a:stCxn id="130" idx="2"/>
            <a:endCxn id="145" idx="0"/>
          </p:cNvCxnSpPr>
          <p:nvPr/>
        </p:nvCxnSpPr>
        <p:spPr>
          <a:xfrm>
            <a:off x="4061695" y="-148558"/>
            <a:ext cx="0" cy="5764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FFD6E94E-7CF2-A634-2861-9CBC8665CC32}"/>
              </a:ext>
            </a:extLst>
          </p:cNvPr>
          <p:cNvSpPr/>
          <p:nvPr/>
        </p:nvSpPr>
        <p:spPr>
          <a:xfrm>
            <a:off x="3709452" y="427911"/>
            <a:ext cx="211915" cy="4104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CB8269B3-CBF8-81F7-D306-9FB402416883}"/>
              </a:ext>
            </a:extLst>
          </p:cNvPr>
          <p:cNvSpPr/>
          <p:nvPr/>
        </p:nvSpPr>
        <p:spPr>
          <a:xfrm>
            <a:off x="3956539" y="427911"/>
            <a:ext cx="210312" cy="4104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EAAACA2-5E3F-DD20-DE3F-44415019053B}"/>
              </a:ext>
            </a:extLst>
          </p:cNvPr>
          <p:cNvCxnSpPr>
            <a:cxnSpLocks/>
            <a:stCxn id="131" idx="2"/>
            <a:endCxn id="148" idx="0"/>
          </p:cNvCxnSpPr>
          <p:nvPr/>
        </p:nvCxnSpPr>
        <p:spPr>
          <a:xfrm>
            <a:off x="4824563" y="-148558"/>
            <a:ext cx="4465" cy="5764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2694CE52-83AB-1C2A-BF73-3C3E08D2D4E7}"/>
              </a:ext>
            </a:extLst>
          </p:cNvPr>
          <p:cNvSpPr/>
          <p:nvPr/>
        </p:nvSpPr>
        <p:spPr>
          <a:xfrm>
            <a:off x="4476785" y="427911"/>
            <a:ext cx="211915" cy="4104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2F552B4E-7A4F-46CC-1973-AD9CF23F90EC}"/>
              </a:ext>
            </a:extLst>
          </p:cNvPr>
          <p:cNvSpPr/>
          <p:nvPr/>
        </p:nvSpPr>
        <p:spPr>
          <a:xfrm>
            <a:off x="4723872" y="427911"/>
            <a:ext cx="210312" cy="4104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D3AA6EB4-CC18-8F6B-6C21-D6663E741CCC}"/>
              </a:ext>
            </a:extLst>
          </p:cNvPr>
          <p:cNvCxnSpPr>
            <a:cxnSpLocks/>
            <a:stCxn id="137" idx="2"/>
            <a:endCxn id="160" idx="0"/>
          </p:cNvCxnSpPr>
          <p:nvPr/>
        </p:nvCxnSpPr>
        <p:spPr>
          <a:xfrm flipH="1">
            <a:off x="6042050" y="-138295"/>
            <a:ext cx="4853" cy="56620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259CEC2F-9DB2-E1E0-FFAC-65B553F9E884}"/>
              </a:ext>
            </a:extLst>
          </p:cNvPr>
          <p:cNvSpPr/>
          <p:nvPr/>
        </p:nvSpPr>
        <p:spPr>
          <a:xfrm>
            <a:off x="5689807" y="427911"/>
            <a:ext cx="211915" cy="4104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1FE9C223-5D1E-2A2F-6A64-E5FCA245429D}"/>
              </a:ext>
            </a:extLst>
          </p:cNvPr>
          <p:cNvSpPr/>
          <p:nvPr/>
        </p:nvSpPr>
        <p:spPr>
          <a:xfrm>
            <a:off x="5936894" y="427911"/>
            <a:ext cx="210312" cy="4104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2986AB2-5778-572C-964C-A51E8D5BF85A}"/>
              </a:ext>
            </a:extLst>
          </p:cNvPr>
          <p:cNvSpPr/>
          <p:nvPr/>
        </p:nvSpPr>
        <p:spPr>
          <a:xfrm>
            <a:off x="-40060" y="-20556"/>
            <a:ext cx="531300" cy="499317"/>
          </a:xfrm>
          <a:prstGeom prst="roundRect">
            <a:avLst/>
          </a:prstGeom>
          <a:noFill/>
          <a:ln w="63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D64548C5-D490-6AFB-8358-2BC3C9262F79}"/>
              </a:ext>
            </a:extLst>
          </p:cNvPr>
          <p:cNvCxnSpPr>
            <a:cxnSpLocks/>
            <a:stCxn id="71" idx="2"/>
            <a:endCxn id="69" idx="1"/>
          </p:cNvCxnSpPr>
          <p:nvPr/>
        </p:nvCxnSpPr>
        <p:spPr>
          <a:xfrm rot="16200000" flipH="1">
            <a:off x="1483207" y="-778857"/>
            <a:ext cx="154366" cy="2669601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210E71F0-F94D-DCC9-51A8-A411C9E71B58}"/>
              </a:ext>
            </a:extLst>
          </p:cNvPr>
          <p:cNvSpPr/>
          <p:nvPr/>
        </p:nvSpPr>
        <p:spPr>
          <a:xfrm>
            <a:off x="2838562" y="391571"/>
            <a:ext cx="560955" cy="49354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7C8A9332-2DD7-FB8B-E4AF-29D2BDAF72A9}"/>
              </a:ext>
            </a:extLst>
          </p:cNvPr>
          <p:cNvSpPr/>
          <p:nvPr/>
        </p:nvSpPr>
        <p:spPr>
          <a:xfrm>
            <a:off x="3657390" y="385260"/>
            <a:ext cx="560955" cy="49354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95F54FDD-9DA4-7776-B7D4-F3D69CAAF333}"/>
              </a:ext>
            </a:extLst>
          </p:cNvPr>
          <p:cNvSpPr/>
          <p:nvPr/>
        </p:nvSpPr>
        <p:spPr>
          <a:xfrm>
            <a:off x="4420156" y="385260"/>
            <a:ext cx="560955" cy="49354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4FBFFDDD-91DA-9FD3-D9EB-1C0AA37D2AAC}"/>
              </a:ext>
            </a:extLst>
          </p:cNvPr>
          <p:cNvSpPr/>
          <p:nvPr/>
        </p:nvSpPr>
        <p:spPr>
          <a:xfrm>
            <a:off x="5639602" y="385260"/>
            <a:ext cx="560955" cy="49354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A26867F3-B9C2-0220-E055-5A2A517A7801}"/>
              </a:ext>
            </a:extLst>
          </p:cNvPr>
          <p:cNvSpPr/>
          <p:nvPr/>
        </p:nvSpPr>
        <p:spPr>
          <a:xfrm>
            <a:off x="2895191" y="1245894"/>
            <a:ext cx="3380312" cy="3600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Layer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5590B5B-F25C-303B-040A-1B514143775E}"/>
              </a:ext>
            </a:extLst>
          </p:cNvPr>
          <p:cNvSpPr txBox="1"/>
          <p:nvPr/>
        </p:nvSpPr>
        <p:spPr>
          <a:xfrm>
            <a:off x="5680533" y="37282"/>
            <a:ext cx="255198" cy="246221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AF3A0C30-FD4A-0830-DAE8-D6C9045B5248}"/>
              </a:ext>
            </a:extLst>
          </p:cNvPr>
          <p:cNvSpPr txBox="1"/>
          <p:nvPr/>
        </p:nvSpPr>
        <p:spPr>
          <a:xfrm>
            <a:off x="2142278" y="355648"/>
            <a:ext cx="255198" cy="24622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2F9514C-94BE-7111-F6D7-67DD952E6248}"/>
              </a:ext>
            </a:extLst>
          </p:cNvPr>
          <p:cNvSpPr txBox="1"/>
          <p:nvPr/>
        </p:nvSpPr>
        <p:spPr>
          <a:xfrm>
            <a:off x="5087169" y="40947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91" name="Right Arrow 190">
            <a:extLst>
              <a:ext uri="{FF2B5EF4-FFF2-40B4-BE49-F238E27FC236}">
                <a16:creationId xmlns:a16="http://schemas.microsoft.com/office/drawing/2014/main" id="{7F9EA946-DC8E-A131-5A2E-185585F137CB}"/>
              </a:ext>
            </a:extLst>
          </p:cNvPr>
          <p:cNvSpPr/>
          <p:nvPr/>
        </p:nvSpPr>
        <p:spPr>
          <a:xfrm rot="16200000">
            <a:off x="755202" y="2398053"/>
            <a:ext cx="288032" cy="4572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351E98F-AA0D-230D-950C-6091D01237B8}"/>
              </a:ext>
            </a:extLst>
          </p:cNvPr>
          <p:cNvCxnSpPr>
            <a:stCxn id="127" idx="2"/>
          </p:cNvCxnSpPr>
          <p:nvPr/>
        </p:nvCxnSpPr>
        <p:spPr>
          <a:xfrm flipH="1">
            <a:off x="3119039" y="885111"/>
            <a:ext cx="1" cy="360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293F87E-6066-9D3C-9B3E-990B59CF0D91}"/>
              </a:ext>
            </a:extLst>
          </p:cNvPr>
          <p:cNvCxnSpPr>
            <a:cxnSpLocks/>
            <a:stCxn id="181" idx="2"/>
          </p:cNvCxnSpPr>
          <p:nvPr/>
        </p:nvCxnSpPr>
        <p:spPr>
          <a:xfrm>
            <a:off x="3937868" y="878800"/>
            <a:ext cx="0" cy="367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3ABC899C-F5F1-6D58-89FF-6D725E10F017}"/>
              </a:ext>
            </a:extLst>
          </p:cNvPr>
          <p:cNvCxnSpPr>
            <a:cxnSpLocks/>
            <a:stCxn id="182" idx="2"/>
          </p:cNvCxnSpPr>
          <p:nvPr/>
        </p:nvCxnSpPr>
        <p:spPr>
          <a:xfrm>
            <a:off x="4700634" y="878800"/>
            <a:ext cx="0" cy="367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AC07D291-2FE0-5624-15B0-341A73227730}"/>
              </a:ext>
            </a:extLst>
          </p:cNvPr>
          <p:cNvCxnSpPr>
            <a:cxnSpLocks/>
            <a:stCxn id="183" idx="2"/>
          </p:cNvCxnSpPr>
          <p:nvPr/>
        </p:nvCxnSpPr>
        <p:spPr>
          <a:xfrm flipH="1">
            <a:off x="5920079" y="878800"/>
            <a:ext cx="1" cy="356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" name="Picture 244">
            <a:extLst>
              <a:ext uri="{FF2B5EF4-FFF2-40B4-BE49-F238E27FC236}">
                <a16:creationId xmlns:a16="http://schemas.microsoft.com/office/drawing/2014/main" id="{91DC5AE4-1816-61C7-B084-FE796658774B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75" y="2987978"/>
            <a:ext cx="1828800" cy="182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10AE8B1-416B-F10E-530E-92EC9B5A1D76}"/>
                  </a:ext>
                </a:extLst>
              </p:cNvPr>
              <p:cNvSpPr txBox="1"/>
              <p:nvPr/>
            </p:nvSpPr>
            <p:spPr>
              <a:xfrm>
                <a:off x="10540587" y="-460593"/>
                <a:ext cx="127101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10AE8B1-416B-F10E-530E-92EC9B5A1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587" y="-460593"/>
                <a:ext cx="1271016" cy="261610"/>
              </a:xfrm>
              <a:prstGeom prst="rect">
                <a:avLst/>
              </a:prstGeom>
              <a:blipFill>
                <a:blip r:embed="rId14"/>
                <a:stretch>
                  <a:fillRect b="-136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TextBox 201">
            <a:extLst>
              <a:ext uri="{FF2B5EF4-FFF2-40B4-BE49-F238E27FC236}">
                <a16:creationId xmlns:a16="http://schemas.microsoft.com/office/drawing/2014/main" id="{15747AAA-D50D-FF77-19B4-EF1C1ACF51D0}"/>
              </a:ext>
            </a:extLst>
          </p:cNvPr>
          <p:cNvSpPr txBox="1"/>
          <p:nvPr/>
        </p:nvSpPr>
        <p:spPr>
          <a:xfrm>
            <a:off x="10540587" y="-16983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1E7C7-E58F-EE7F-569F-6B6A5929836E}"/>
              </a:ext>
            </a:extLst>
          </p:cNvPr>
          <p:cNvSpPr txBox="1"/>
          <p:nvPr/>
        </p:nvSpPr>
        <p:spPr>
          <a:xfrm>
            <a:off x="10540587" y="834626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3611E38A-02D2-F9F9-9509-7D7D7FE2200B}"/>
              </a:ext>
            </a:extLst>
          </p:cNvPr>
          <p:cNvSpPr txBox="1"/>
          <p:nvPr/>
        </p:nvSpPr>
        <p:spPr>
          <a:xfrm>
            <a:off x="10536246" y="6279652"/>
            <a:ext cx="127101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D6D4123A-3105-2C4B-1A4A-F1E3970DBE52}"/>
                  </a:ext>
                </a:extLst>
              </p:cNvPr>
              <p:cNvSpPr txBox="1"/>
              <p:nvPr/>
            </p:nvSpPr>
            <p:spPr>
              <a:xfrm>
                <a:off x="10540910" y="1282545"/>
                <a:ext cx="1271016" cy="26927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D6D4123A-3105-2C4B-1A4A-F1E3970D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910" y="1282545"/>
                <a:ext cx="1271016" cy="269273"/>
              </a:xfrm>
              <a:prstGeom prst="rect">
                <a:avLst/>
              </a:prstGeom>
              <a:blipFill>
                <a:blip r:embed="rId15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TextBox 211">
            <a:extLst>
              <a:ext uri="{FF2B5EF4-FFF2-40B4-BE49-F238E27FC236}">
                <a16:creationId xmlns:a16="http://schemas.microsoft.com/office/drawing/2014/main" id="{18652213-88D7-4BEF-F7BA-459F02D32F42}"/>
              </a:ext>
            </a:extLst>
          </p:cNvPr>
          <p:cNvSpPr txBox="1"/>
          <p:nvPr/>
        </p:nvSpPr>
        <p:spPr>
          <a:xfrm>
            <a:off x="10539287" y="1711209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891F2B6-304D-C585-E285-C406EA3CE7D3}"/>
              </a:ext>
            </a:extLst>
          </p:cNvPr>
          <p:cNvSpPr txBox="1"/>
          <p:nvPr/>
        </p:nvSpPr>
        <p:spPr>
          <a:xfrm>
            <a:off x="10539937" y="2528484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4669F4F-9B6F-B87C-6DE4-136299CE8A08}"/>
                  </a:ext>
                </a:extLst>
              </p:cNvPr>
              <p:cNvSpPr txBox="1"/>
              <p:nvPr/>
            </p:nvSpPr>
            <p:spPr>
              <a:xfrm>
                <a:off x="10537869" y="2976578"/>
                <a:ext cx="127101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4669F4F-9B6F-B87C-6DE4-136299CE8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869" y="2976578"/>
                <a:ext cx="1271016" cy="261610"/>
              </a:xfrm>
              <a:prstGeom prst="rect">
                <a:avLst/>
              </a:prstGeom>
              <a:blipFill>
                <a:blip r:embed="rId16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" name="TextBox 214">
            <a:extLst>
              <a:ext uri="{FF2B5EF4-FFF2-40B4-BE49-F238E27FC236}">
                <a16:creationId xmlns:a16="http://schemas.microsoft.com/office/drawing/2014/main" id="{CDFDA6FB-071C-6A94-479F-E9CB01267706}"/>
              </a:ext>
            </a:extLst>
          </p:cNvPr>
          <p:cNvSpPr txBox="1"/>
          <p:nvPr/>
        </p:nvSpPr>
        <p:spPr>
          <a:xfrm>
            <a:off x="10536246" y="3405243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6098D2C9-4A70-FE4B-85ED-ED1B7A877B5F}"/>
              </a:ext>
            </a:extLst>
          </p:cNvPr>
          <p:cNvSpPr txBox="1"/>
          <p:nvPr/>
        </p:nvSpPr>
        <p:spPr>
          <a:xfrm>
            <a:off x="10533855" y="3826383"/>
            <a:ext cx="127101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6E351FC-D183-F12C-1901-9C02FD6E9D64}"/>
              </a:ext>
            </a:extLst>
          </p:cNvPr>
          <p:cNvSpPr txBox="1"/>
          <p:nvPr/>
        </p:nvSpPr>
        <p:spPr>
          <a:xfrm>
            <a:off x="10536896" y="4195121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AE94950-00B0-B302-26B7-49FAE5DD00F7}"/>
                  </a:ext>
                </a:extLst>
              </p:cNvPr>
              <p:cNvSpPr txBox="1"/>
              <p:nvPr/>
            </p:nvSpPr>
            <p:spPr>
              <a:xfrm>
                <a:off x="10537869" y="4604186"/>
                <a:ext cx="1271016" cy="2616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 (</a:t>
                </a:r>
                <a:r>
                  <a:rPr lang="en-US" sz="1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AE94950-00B0-B302-26B7-49FAE5DD0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869" y="4604186"/>
                <a:ext cx="1271016" cy="261610"/>
              </a:xfrm>
              <a:prstGeom prst="rect">
                <a:avLst/>
              </a:prstGeom>
              <a:blipFill>
                <a:blip r:embed="rId17"/>
                <a:stretch>
                  <a:fillRect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9" name="TextBox 218">
            <a:extLst>
              <a:ext uri="{FF2B5EF4-FFF2-40B4-BE49-F238E27FC236}">
                <a16:creationId xmlns:a16="http://schemas.microsoft.com/office/drawing/2014/main" id="{45C7C6A0-0FDF-8F32-D753-BD36C051E863}"/>
              </a:ext>
            </a:extLst>
          </p:cNvPr>
          <p:cNvSpPr txBox="1"/>
          <p:nvPr/>
        </p:nvSpPr>
        <p:spPr>
          <a:xfrm>
            <a:off x="10536246" y="4998576"/>
            <a:ext cx="1271016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DF96B35-D60E-0357-9B5B-4AC30DFA799F}"/>
              </a:ext>
            </a:extLst>
          </p:cNvPr>
          <p:cNvSpPr txBox="1"/>
          <p:nvPr/>
        </p:nvSpPr>
        <p:spPr>
          <a:xfrm>
            <a:off x="10533855" y="5419716"/>
            <a:ext cx="1271016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LeakyReLU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B2FD53B-DAE6-D850-98BA-8E008FD5C820}"/>
              </a:ext>
            </a:extLst>
          </p:cNvPr>
          <p:cNvSpPr txBox="1"/>
          <p:nvPr/>
        </p:nvSpPr>
        <p:spPr>
          <a:xfrm>
            <a:off x="10536896" y="5860462"/>
            <a:ext cx="1271016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51B9C833-61BC-2B75-3CB9-0D5B6EF45C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85095" y="-107983"/>
            <a:ext cx="18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15C0A89B-2553-23D7-E4D5-F94578DE635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102194" y="318529"/>
            <a:ext cx="153880" cy="6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AF93A82E-90C2-4E66-3B4A-4C32A184BE2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1879" y="744333"/>
            <a:ext cx="174509" cy="6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89DB81A8-0D4C-31E9-58F0-98F471CE5D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83103" y="1189229"/>
            <a:ext cx="186308" cy="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FA1B77E-7948-B7E1-281B-7BA81D6AE85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5911" y="1630702"/>
            <a:ext cx="159392" cy="1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F5B1D0DF-6A3F-6EBF-CA45-A9CF8BCBBA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94983" y="2052631"/>
            <a:ext cx="160924" cy="1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2435D071-0CB5-972A-307C-3A6942DFB2B0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109205" y="2461594"/>
            <a:ext cx="133131" cy="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43D7840B-DABD-A62F-2971-7206A55D57C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81169" y="2882302"/>
            <a:ext cx="186484" cy="2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6A073F4-8C9D-F155-AB3A-906CABE341BE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89038" y="3320904"/>
            <a:ext cx="167055" cy="1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FB84FFA2-8E57-F11B-1A30-6B8725F9640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0794" y="3745423"/>
            <a:ext cx="159530" cy="2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6F0675AE-5A04-7E1A-B129-CCB0BD6D36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117320" y="4140037"/>
            <a:ext cx="107128" cy="3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77137FDF-7580-DDB3-A3D9-47751D41A6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99163" y="4529972"/>
            <a:ext cx="147455" cy="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4C0628BC-5CD2-D622-0919-99E8340AFF8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106176" y="4931375"/>
            <a:ext cx="132780" cy="1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EF33B946-C51E-EB61-51B2-9F0FCDB9A7C4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0794" y="5338756"/>
            <a:ext cx="159530" cy="2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55E84D6C-BB6B-4E44-A89D-E7287FAC48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081316" y="5769374"/>
            <a:ext cx="179136" cy="3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2CB47F75-56DE-CA22-2906-6B765DBFC18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1093289" y="6200537"/>
            <a:ext cx="157580" cy="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E2A900AC-6B0E-1508-6582-460D181DF223}"/>
              </a:ext>
            </a:extLst>
          </p:cNvPr>
          <p:cNvSpPr txBox="1"/>
          <p:nvPr/>
        </p:nvSpPr>
        <p:spPr>
          <a:xfrm>
            <a:off x="10540587" y="2133743"/>
            <a:ext cx="1271016" cy="2616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260CC985-C3A1-01FE-B82B-76D94938DB6F}"/>
              </a:ext>
            </a:extLst>
          </p:cNvPr>
          <p:cNvSpPr txBox="1"/>
          <p:nvPr/>
        </p:nvSpPr>
        <p:spPr>
          <a:xfrm>
            <a:off x="10546664" y="398507"/>
            <a:ext cx="1271016" cy="2616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6C25EF8-1A28-9B98-CF90-183677A7DF8F}"/>
                  </a:ext>
                </a:extLst>
              </p:cNvPr>
              <p:cNvSpPr txBox="1"/>
              <p:nvPr/>
            </p:nvSpPr>
            <p:spPr>
              <a:xfrm>
                <a:off x="2403715" y="1316125"/>
                <a:ext cx="34804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6C25EF8-1A28-9B98-CF90-183677A7D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715" y="1316125"/>
                <a:ext cx="348044" cy="246221"/>
              </a:xfrm>
              <a:prstGeom prst="rect">
                <a:avLst/>
              </a:prstGeom>
              <a:blipFill>
                <a:blip r:embed="rId18"/>
                <a:stretch>
                  <a:fillRect l="-14286" r="-10714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TextBox 254">
            <a:extLst>
              <a:ext uri="{FF2B5EF4-FFF2-40B4-BE49-F238E27FC236}">
                <a16:creationId xmlns:a16="http://schemas.microsoft.com/office/drawing/2014/main" id="{8D0C0C2C-3E78-F666-888F-E1E0309FFBEA}"/>
              </a:ext>
            </a:extLst>
          </p:cNvPr>
          <p:cNvSpPr txBox="1"/>
          <p:nvPr/>
        </p:nvSpPr>
        <p:spPr>
          <a:xfrm>
            <a:off x="8054355" y="849926"/>
            <a:ext cx="1231593" cy="2653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643117F6-43D3-0845-9210-A49006188553}"/>
              </a:ext>
            </a:extLst>
          </p:cNvPr>
          <p:cNvSpPr txBox="1"/>
          <p:nvPr/>
        </p:nvSpPr>
        <p:spPr>
          <a:xfrm>
            <a:off x="8054308" y="1644004"/>
            <a:ext cx="123660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0EEBF16-4983-E228-65E9-0043F71437C5}"/>
              </a:ext>
            </a:extLst>
          </p:cNvPr>
          <p:cNvSpPr txBox="1"/>
          <p:nvPr/>
        </p:nvSpPr>
        <p:spPr>
          <a:xfrm>
            <a:off x="8059321" y="-377489"/>
            <a:ext cx="1231593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939E61EC-BBF5-D320-5C17-AEF3C8868765}"/>
              </a:ext>
            </a:extLst>
          </p:cNvPr>
          <p:cNvSpPr txBox="1"/>
          <p:nvPr/>
        </p:nvSpPr>
        <p:spPr>
          <a:xfrm>
            <a:off x="8056055" y="444869"/>
            <a:ext cx="123159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2E5EB08-0742-AECA-E8CC-64187296FCBE}"/>
              </a:ext>
            </a:extLst>
          </p:cNvPr>
          <p:cNvSpPr txBox="1"/>
          <p:nvPr/>
        </p:nvSpPr>
        <p:spPr>
          <a:xfrm>
            <a:off x="8056530" y="1244667"/>
            <a:ext cx="1229418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4952B971-2532-EF48-B34C-257FDF062FDC}"/>
              </a:ext>
            </a:extLst>
          </p:cNvPr>
          <p:cNvSpPr txBox="1"/>
          <p:nvPr/>
        </p:nvSpPr>
        <p:spPr>
          <a:xfrm>
            <a:off x="8046680" y="3230063"/>
            <a:ext cx="1239268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A8F3DDB-0723-FBCB-D218-19E88D945002}"/>
              </a:ext>
            </a:extLst>
          </p:cNvPr>
          <p:cNvSpPr txBox="1"/>
          <p:nvPr/>
        </p:nvSpPr>
        <p:spPr>
          <a:xfrm>
            <a:off x="8046680" y="3626511"/>
            <a:ext cx="1239267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2093E1FC-7F48-3000-A1BA-73DB699C2F0D}"/>
              </a:ext>
            </a:extLst>
          </p:cNvPr>
          <p:cNvSpPr txBox="1"/>
          <p:nvPr/>
        </p:nvSpPr>
        <p:spPr>
          <a:xfrm>
            <a:off x="8040936" y="4080761"/>
            <a:ext cx="1245011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6C5C7CF-E050-FC3A-B64F-B8874A2E1429}"/>
              </a:ext>
            </a:extLst>
          </p:cNvPr>
          <p:cNvSpPr txBox="1"/>
          <p:nvPr/>
        </p:nvSpPr>
        <p:spPr>
          <a:xfrm>
            <a:off x="8037407" y="4507495"/>
            <a:ext cx="1248540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60297A27-6CD7-4DDB-6C76-856C5984BC6C}"/>
              </a:ext>
            </a:extLst>
          </p:cNvPr>
          <p:cNvSpPr txBox="1"/>
          <p:nvPr/>
        </p:nvSpPr>
        <p:spPr>
          <a:xfrm>
            <a:off x="8051510" y="5333445"/>
            <a:ext cx="1248540" cy="261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F1677512-8619-609A-CA30-87BF62DEC7AB}"/>
              </a:ext>
            </a:extLst>
          </p:cNvPr>
          <p:cNvSpPr txBox="1"/>
          <p:nvPr/>
        </p:nvSpPr>
        <p:spPr>
          <a:xfrm>
            <a:off x="8036329" y="5736802"/>
            <a:ext cx="1263721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F4F84E0-2383-F18F-9984-4E917B0B5551}"/>
              </a:ext>
            </a:extLst>
          </p:cNvPr>
          <p:cNvSpPr txBox="1"/>
          <p:nvPr/>
        </p:nvSpPr>
        <p:spPr>
          <a:xfrm>
            <a:off x="8036330" y="6119718"/>
            <a:ext cx="1272130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TranslayerNorm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D1BA715-5DF2-F285-68CD-1D06154FCB81}"/>
              </a:ext>
            </a:extLst>
          </p:cNvPr>
          <p:cNvSpPr txBox="1"/>
          <p:nvPr/>
        </p:nvSpPr>
        <p:spPr>
          <a:xfrm>
            <a:off x="8251138" y="2202559"/>
            <a:ext cx="843501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 </a:t>
            </a:r>
          </a:p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A08A9B3C-B532-6729-FDE5-09066E135E9C}"/>
              </a:ext>
            </a:extLst>
          </p:cNvPr>
          <p:cNvCxnSpPr>
            <a:cxnSpLocks/>
            <a:stCxn id="257" idx="2"/>
            <a:endCxn id="293" idx="0"/>
          </p:cNvCxnSpPr>
          <p:nvPr/>
        </p:nvCxnSpPr>
        <p:spPr>
          <a:xfrm>
            <a:off x="8675118" y="-115879"/>
            <a:ext cx="0" cy="14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5E39CA1A-E263-C672-2DEC-C07590068C2F}"/>
              </a:ext>
            </a:extLst>
          </p:cNvPr>
          <p:cNvCxnSpPr>
            <a:cxnSpLocks/>
            <a:stCxn id="293" idx="2"/>
            <a:endCxn id="259" idx="0"/>
          </p:cNvCxnSpPr>
          <p:nvPr/>
        </p:nvCxnSpPr>
        <p:spPr>
          <a:xfrm flipH="1">
            <a:off x="8671851" y="286917"/>
            <a:ext cx="3267" cy="157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788B2987-E6A3-18A3-8A95-E4C196526BE9}"/>
              </a:ext>
            </a:extLst>
          </p:cNvPr>
          <p:cNvCxnSpPr>
            <a:cxnSpLocks/>
            <a:stCxn id="259" idx="2"/>
            <a:endCxn id="255" idx="0"/>
          </p:cNvCxnSpPr>
          <p:nvPr/>
        </p:nvCxnSpPr>
        <p:spPr>
          <a:xfrm flipH="1">
            <a:off x="8670152" y="706479"/>
            <a:ext cx="1699" cy="14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4DDD5DF9-1B15-7217-05EE-F7A70F5CE948}"/>
              </a:ext>
            </a:extLst>
          </p:cNvPr>
          <p:cNvCxnSpPr>
            <a:cxnSpLocks/>
            <a:stCxn id="255" idx="2"/>
            <a:endCxn id="260" idx="0"/>
          </p:cNvCxnSpPr>
          <p:nvPr/>
        </p:nvCxnSpPr>
        <p:spPr>
          <a:xfrm>
            <a:off x="8670152" y="1115229"/>
            <a:ext cx="1087" cy="12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3DEFF8FB-951D-EDA3-01B2-C547282CA655}"/>
              </a:ext>
            </a:extLst>
          </p:cNvPr>
          <p:cNvCxnSpPr>
            <a:cxnSpLocks/>
            <a:stCxn id="260" idx="2"/>
            <a:endCxn id="256" idx="0"/>
          </p:cNvCxnSpPr>
          <p:nvPr/>
        </p:nvCxnSpPr>
        <p:spPr>
          <a:xfrm>
            <a:off x="8671239" y="1506277"/>
            <a:ext cx="1372" cy="137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A6A6F132-D9E0-581D-9758-D95FAB886FBB}"/>
              </a:ext>
            </a:extLst>
          </p:cNvPr>
          <p:cNvCxnSpPr>
            <a:cxnSpLocks/>
            <a:stCxn id="271" idx="2"/>
            <a:endCxn id="261" idx="0"/>
          </p:cNvCxnSpPr>
          <p:nvPr/>
        </p:nvCxnSpPr>
        <p:spPr>
          <a:xfrm flipH="1">
            <a:off x="8666314" y="2633446"/>
            <a:ext cx="6575" cy="596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5FF7580B-2341-2AB4-4DC7-6643A54C1278}"/>
              </a:ext>
            </a:extLst>
          </p:cNvPr>
          <p:cNvCxnSpPr>
            <a:cxnSpLocks/>
            <a:stCxn id="261" idx="2"/>
            <a:endCxn id="262" idx="0"/>
          </p:cNvCxnSpPr>
          <p:nvPr/>
        </p:nvCxnSpPr>
        <p:spPr>
          <a:xfrm>
            <a:off x="8666314" y="3491673"/>
            <a:ext cx="0" cy="134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CE1D0B92-FDF3-8377-2814-3F52243C3724}"/>
              </a:ext>
            </a:extLst>
          </p:cNvPr>
          <p:cNvCxnSpPr>
            <a:cxnSpLocks/>
            <a:stCxn id="262" idx="2"/>
            <a:endCxn id="263" idx="0"/>
          </p:cNvCxnSpPr>
          <p:nvPr/>
        </p:nvCxnSpPr>
        <p:spPr>
          <a:xfrm flipH="1">
            <a:off x="8663442" y="3888121"/>
            <a:ext cx="2872" cy="192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44620E15-1121-BA02-4F55-E35471E06B90}"/>
              </a:ext>
            </a:extLst>
          </p:cNvPr>
          <p:cNvCxnSpPr>
            <a:cxnSpLocks/>
            <a:stCxn id="263" idx="2"/>
            <a:endCxn id="264" idx="0"/>
          </p:cNvCxnSpPr>
          <p:nvPr/>
        </p:nvCxnSpPr>
        <p:spPr>
          <a:xfrm flipH="1">
            <a:off x="8661677" y="4342371"/>
            <a:ext cx="1765" cy="165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C1E29CFA-EC5D-CCB5-F95B-1F019EDC2178}"/>
              </a:ext>
            </a:extLst>
          </p:cNvPr>
          <p:cNvCxnSpPr>
            <a:cxnSpLocks/>
            <a:stCxn id="264" idx="2"/>
            <a:endCxn id="294" idx="0"/>
          </p:cNvCxnSpPr>
          <p:nvPr/>
        </p:nvCxnSpPr>
        <p:spPr>
          <a:xfrm>
            <a:off x="8661677" y="4769105"/>
            <a:ext cx="5630" cy="151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7E4AF234-F2B2-90E0-6FA3-A4384DDFC99E}"/>
              </a:ext>
            </a:extLst>
          </p:cNvPr>
          <p:cNvCxnSpPr>
            <a:cxnSpLocks/>
            <a:stCxn id="294" idx="2"/>
            <a:endCxn id="265" idx="0"/>
          </p:cNvCxnSpPr>
          <p:nvPr/>
        </p:nvCxnSpPr>
        <p:spPr>
          <a:xfrm>
            <a:off x="8667307" y="5182080"/>
            <a:ext cx="8473" cy="151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FCBB0111-54F3-B782-8AD7-43B7C552A1A3}"/>
              </a:ext>
            </a:extLst>
          </p:cNvPr>
          <p:cNvCxnSpPr>
            <a:cxnSpLocks/>
            <a:stCxn id="265" idx="2"/>
            <a:endCxn id="266" idx="0"/>
          </p:cNvCxnSpPr>
          <p:nvPr/>
        </p:nvCxnSpPr>
        <p:spPr>
          <a:xfrm flipH="1">
            <a:off x="8668190" y="5595055"/>
            <a:ext cx="7590" cy="14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F587D4BE-C3DF-37F6-7A65-2574D3D70F9D}"/>
              </a:ext>
            </a:extLst>
          </p:cNvPr>
          <p:cNvCxnSpPr>
            <a:cxnSpLocks/>
            <a:stCxn id="266" idx="2"/>
            <a:endCxn id="267" idx="0"/>
          </p:cNvCxnSpPr>
          <p:nvPr/>
        </p:nvCxnSpPr>
        <p:spPr>
          <a:xfrm>
            <a:off x="8668190" y="5998412"/>
            <a:ext cx="4205" cy="12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8" name="Elbow Connector 287">
            <a:extLst>
              <a:ext uri="{FF2B5EF4-FFF2-40B4-BE49-F238E27FC236}">
                <a16:creationId xmlns:a16="http://schemas.microsoft.com/office/drawing/2014/main" id="{A2A68F52-7913-F7D5-F140-2691FC2F782E}"/>
              </a:ext>
            </a:extLst>
          </p:cNvPr>
          <p:cNvCxnSpPr>
            <a:stCxn id="256" idx="2"/>
          </p:cNvCxnSpPr>
          <p:nvPr/>
        </p:nvCxnSpPr>
        <p:spPr>
          <a:xfrm rot="5400000">
            <a:off x="8382306" y="1914567"/>
            <a:ext cx="299258" cy="28135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Elbow Connector 289">
            <a:extLst>
              <a:ext uri="{FF2B5EF4-FFF2-40B4-BE49-F238E27FC236}">
                <a16:creationId xmlns:a16="http://schemas.microsoft.com/office/drawing/2014/main" id="{BF544F7B-0A0D-238D-E10F-F71786082F72}"/>
              </a:ext>
            </a:extLst>
          </p:cNvPr>
          <p:cNvCxnSpPr>
            <a:stCxn id="256" idx="2"/>
          </p:cNvCxnSpPr>
          <p:nvPr/>
        </p:nvCxnSpPr>
        <p:spPr>
          <a:xfrm rot="16200000" flipH="1">
            <a:off x="8656593" y="1921632"/>
            <a:ext cx="299258" cy="26722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620C8410-75A5-9F9F-1A41-F3FEA65BBE1B}"/>
              </a:ext>
            </a:extLst>
          </p:cNvPr>
          <p:cNvCxnSpPr>
            <a:stCxn id="256" idx="2"/>
            <a:endCxn id="271" idx="0"/>
          </p:cNvCxnSpPr>
          <p:nvPr/>
        </p:nvCxnSpPr>
        <p:spPr>
          <a:xfrm>
            <a:off x="8672611" y="1905614"/>
            <a:ext cx="278" cy="2969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9EB1206C-3DAC-8E5C-BC11-1FB0E894A191}"/>
              </a:ext>
            </a:extLst>
          </p:cNvPr>
          <p:cNvSpPr txBox="1"/>
          <p:nvPr/>
        </p:nvSpPr>
        <p:spPr>
          <a:xfrm>
            <a:off x="8059321" y="25307"/>
            <a:ext cx="1231593" cy="26161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3EF6C6A3-9796-0CCB-D0D6-0D6178D83D89}"/>
              </a:ext>
            </a:extLst>
          </p:cNvPr>
          <p:cNvSpPr txBox="1"/>
          <p:nvPr/>
        </p:nvSpPr>
        <p:spPr>
          <a:xfrm>
            <a:off x="8051510" y="4920470"/>
            <a:ext cx="1231593" cy="26161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</p:txBody>
      </p:sp>
      <p:sp>
        <p:nvSpPr>
          <p:cNvPr id="310" name="Rounded Rectangle 309">
            <a:extLst>
              <a:ext uri="{FF2B5EF4-FFF2-40B4-BE49-F238E27FC236}">
                <a16:creationId xmlns:a16="http://schemas.microsoft.com/office/drawing/2014/main" id="{186854C0-C847-89C2-6F26-091E6B801EEB}"/>
              </a:ext>
            </a:extLst>
          </p:cNvPr>
          <p:cNvSpPr/>
          <p:nvPr/>
        </p:nvSpPr>
        <p:spPr>
          <a:xfrm>
            <a:off x="2895191" y="1999777"/>
            <a:ext cx="3380312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</a:p>
        </p:txBody>
      </p: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72B73202-1DE1-82B1-4746-C8EBF477F3F8}"/>
              </a:ext>
            </a:extLst>
          </p:cNvPr>
          <p:cNvCxnSpPr/>
          <p:nvPr/>
        </p:nvCxnSpPr>
        <p:spPr>
          <a:xfrm flipH="1">
            <a:off x="3102538" y="1625907"/>
            <a:ext cx="1" cy="360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58CF76DF-1EC3-BE9E-BA48-BF5E5105ACBA}"/>
              </a:ext>
            </a:extLst>
          </p:cNvPr>
          <p:cNvCxnSpPr>
            <a:cxnSpLocks/>
          </p:cNvCxnSpPr>
          <p:nvPr/>
        </p:nvCxnSpPr>
        <p:spPr>
          <a:xfrm>
            <a:off x="3921367" y="1619596"/>
            <a:ext cx="0" cy="367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EB00C93B-3F40-C697-8F5F-4A4F17FE76FA}"/>
              </a:ext>
            </a:extLst>
          </p:cNvPr>
          <p:cNvCxnSpPr>
            <a:cxnSpLocks/>
          </p:cNvCxnSpPr>
          <p:nvPr/>
        </p:nvCxnSpPr>
        <p:spPr>
          <a:xfrm>
            <a:off x="4684133" y="1619596"/>
            <a:ext cx="0" cy="367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981E0764-33CC-4711-0265-E10ADB953E9C}"/>
              </a:ext>
            </a:extLst>
          </p:cNvPr>
          <p:cNvCxnSpPr>
            <a:cxnSpLocks/>
          </p:cNvCxnSpPr>
          <p:nvPr/>
        </p:nvCxnSpPr>
        <p:spPr>
          <a:xfrm flipH="1">
            <a:off x="5903578" y="1619596"/>
            <a:ext cx="1" cy="356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924558CA-B2E4-19FC-BA51-04DAD65D72DD}"/>
              </a:ext>
            </a:extLst>
          </p:cNvPr>
          <p:cNvCxnSpPr>
            <a:cxnSpLocks/>
            <a:endCxn id="257" idx="0"/>
          </p:cNvCxnSpPr>
          <p:nvPr/>
        </p:nvCxnSpPr>
        <p:spPr>
          <a:xfrm>
            <a:off x="8675118" y="-891480"/>
            <a:ext cx="0" cy="513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7D068801-728D-AB02-2307-9F75C43698FC}"/>
              </a:ext>
            </a:extLst>
          </p:cNvPr>
          <p:cNvCxnSpPr>
            <a:cxnSpLocks/>
            <a:stCxn id="267" idx="2"/>
          </p:cNvCxnSpPr>
          <p:nvPr/>
        </p:nvCxnSpPr>
        <p:spPr>
          <a:xfrm>
            <a:off x="8672395" y="6381328"/>
            <a:ext cx="2719" cy="570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ight Arrow 342">
            <a:extLst>
              <a:ext uri="{FF2B5EF4-FFF2-40B4-BE49-F238E27FC236}">
                <a16:creationId xmlns:a16="http://schemas.microsoft.com/office/drawing/2014/main" id="{58BD0B47-B8FE-D861-19EB-BB283018268B}"/>
              </a:ext>
            </a:extLst>
          </p:cNvPr>
          <p:cNvSpPr/>
          <p:nvPr/>
        </p:nvSpPr>
        <p:spPr>
          <a:xfrm rot="5400000">
            <a:off x="4478859" y="2445979"/>
            <a:ext cx="288032" cy="4572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A5508C24-A27C-88A0-01D5-ADA91FF7044A}"/>
              </a:ext>
            </a:extLst>
          </p:cNvPr>
          <p:cNvSpPr/>
          <p:nvPr/>
        </p:nvSpPr>
        <p:spPr>
          <a:xfrm>
            <a:off x="8531924" y="6453336"/>
            <a:ext cx="290170" cy="29715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7D7D7FC-391A-C23F-F3BD-B6D6BFEB4F5B}"/>
                  </a:ext>
                </a:extLst>
              </p:cNvPr>
              <p:cNvSpPr txBox="1"/>
              <p:nvPr/>
            </p:nvSpPr>
            <p:spPr>
              <a:xfrm>
                <a:off x="8563997" y="6457546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7D7D7FC-391A-C23F-F3BD-B6D6BFEB4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997" y="6457546"/>
                <a:ext cx="226024" cy="276999"/>
              </a:xfrm>
              <a:prstGeom prst="rect">
                <a:avLst/>
              </a:prstGeom>
              <a:blipFill>
                <a:blip r:embed="rId19"/>
                <a:stretch>
                  <a:fillRect l="-21053" r="-1578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7" name="Oval 346">
            <a:extLst>
              <a:ext uri="{FF2B5EF4-FFF2-40B4-BE49-F238E27FC236}">
                <a16:creationId xmlns:a16="http://schemas.microsoft.com/office/drawing/2014/main" id="{17F12986-C90E-4527-CCA6-46BB4ADB3A27}"/>
              </a:ext>
            </a:extLst>
          </p:cNvPr>
          <p:cNvSpPr/>
          <p:nvPr/>
        </p:nvSpPr>
        <p:spPr>
          <a:xfrm>
            <a:off x="8516592" y="2773109"/>
            <a:ext cx="290170" cy="29715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5181338F-BF12-20BC-3DA4-631EAFE642DD}"/>
                  </a:ext>
                </a:extLst>
              </p:cNvPr>
              <p:cNvSpPr txBox="1"/>
              <p:nvPr/>
            </p:nvSpPr>
            <p:spPr>
              <a:xfrm>
                <a:off x="8548665" y="2777319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5181338F-BF12-20BC-3DA4-631EAFE64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665" y="2777319"/>
                <a:ext cx="226024" cy="276999"/>
              </a:xfrm>
              <a:prstGeom prst="rect">
                <a:avLst/>
              </a:prstGeom>
              <a:blipFill>
                <a:blip r:embed="rId20"/>
                <a:stretch>
                  <a:fillRect l="-15789" r="-21053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0" name="Elbow Connector 349">
            <a:extLst>
              <a:ext uri="{FF2B5EF4-FFF2-40B4-BE49-F238E27FC236}">
                <a16:creationId xmlns:a16="http://schemas.microsoft.com/office/drawing/2014/main" id="{DD465AC4-E2F5-0A9A-7B44-F85AD1D1F1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13557" y="1049405"/>
            <a:ext cx="3655216" cy="131648"/>
          </a:xfrm>
          <a:prstGeom prst="bentConnector4">
            <a:avLst>
              <a:gd name="adj1" fmla="val 3373"/>
              <a:gd name="adj2" fmla="val 6561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Elbow Connector 373">
            <a:extLst>
              <a:ext uri="{FF2B5EF4-FFF2-40B4-BE49-F238E27FC236}">
                <a16:creationId xmlns:a16="http://schemas.microsoft.com/office/drawing/2014/main" id="{569B25B1-73AA-3404-5D57-63D09BC7A6E6}"/>
              </a:ext>
            </a:extLst>
          </p:cNvPr>
          <p:cNvCxnSpPr>
            <a:cxnSpLocks/>
            <a:stCxn id="347" idx="2"/>
            <a:endCxn id="345" idx="2"/>
          </p:cNvCxnSpPr>
          <p:nvPr/>
        </p:nvCxnSpPr>
        <p:spPr>
          <a:xfrm rot="10800000" flipH="1" flipV="1">
            <a:off x="8516592" y="2921686"/>
            <a:ext cx="15332" cy="3680227"/>
          </a:xfrm>
          <a:prstGeom prst="bentConnector3">
            <a:avLst>
              <a:gd name="adj1" fmla="val -45661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54C94776-7CF0-2C36-8E1F-6E802BECA894}"/>
              </a:ext>
            </a:extLst>
          </p:cNvPr>
          <p:cNvCxnSpPr>
            <a:cxnSpLocks/>
          </p:cNvCxnSpPr>
          <p:nvPr/>
        </p:nvCxnSpPr>
        <p:spPr>
          <a:xfrm>
            <a:off x="11152848" y="-728326"/>
            <a:ext cx="0" cy="2677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5B519FDD-30A3-C301-73C3-50A693EDBA96}"/>
              </a:ext>
            </a:extLst>
          </p:cNvPr>
          <p:cNvCxnSpPr>
            <a:cxnSpLocks/>
          </p:cNvCxnSpPr>
          <p:nvPr/>
        </p:nvCxnSpPr>
        <p:spPr>
          <a:xfrm>
            <a:off x="11192193" y="6541262"/>
            <a:ext cx="0" cy="3007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Bent Arrow 399">
            <a:extLst>
              <a:ext uri="{FF2B5EF4-FFF2-40B4-BE49-F238E27FC236}">
                <a16:creationId xmlns:a16="http://schemas.microsoft.com/office/drawing/2014/main" id="{2239151B-37FC-9150-5B61-AA51C8581E7E}"/>
              </a:ext>
            </a:extLst>
          </p:cNvPr>
          <p:cNvSpPr/>
          <p:nvPr/>
        </p:nvSpPr>
        <p:spPr>
          <a:xfrm>
            <a:off x="1853303" y="-595494"/>
            <a:ext cx="807072" cy="457199"/>
          </a:xfrm>
          <a:prstGeom prst="bentArrow">
            <a:avLst>
              <a:gd name="adj1" fmla="val 25000"/>
              <a:gd name="adj2" fmla="val 37869"/>
              <a:gd name="adj3" fmla="val 25000"/>
              <a:gd name="adj4" fmla="val 4375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1" name="Rounded Rectangle 400">
            <a:extLst>
              <a:ext uri="{FF2B5EF4-FFF2-40B4-BE49-F238E27FC236}">
                <a16:creationId xmlns:a16="http://schemas.microsoft.com/office/drawing/2014/main" id="{81A655F8-F012-9CB6-B56D-909449379BD4}"/>
              </a:ext>
            </a:extLst>
          </p:cNvPr>
          <p:cNvSpPr/>
          <p:nvPr/>
        </p:nvSpPr>
        <p:spPr>
          <a:xfrm>
            <a:off x="2751759" y="-675456"/>
            <a:ext cx="3685334" cy="577925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D6F304C7-3B91-677E-03EE-A6649D5BF511}"/>
              </a:ext>
            </a:extLst>
          </p:cNvPr>
          <p:cNvSpPr txBox="1"/>
          <p:nvPr/>
        </p:nvSpPr>
        <p:spPr>
          <a:xfrm>
            <a:off x="-408359" y="-100355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32D83A66-96BA-CE85-5B10-DBE8E9AA618D}"/>
              </a:ext>
            </a:extLst>
          </p:cNvPr>
          <p:cNvSpPr txBox="1"/>
          <p:nvPr/>
        </p:nvSpPr>
        <p:spPr>
          <a:xfrm>
            <a:off x="6986760" y="-963792"/>
            <a:ext cx="509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D0CDAFBD-0FE7-95D4-5B58-1E875EF8F3A6}"/>
              </a:ext>
            </a:extLst>
          </p:cNvPr>
          <p:cNvSpPr txBox="1"/>
          <p:nvPr/>
        </p:nvSpPr>
        <p:spPr>
          <a:xfrm>
            <a:off x="10006541" y="-963792"/>
            <a:ext cx="509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8FFF25-A344-7EEB-E415-67B0738975F2}"/>
              </a:ext>
            </a:extLst>
          </p:cNvPr>
          <p:cNvSpPr txBox="1"/>
          <p:nvPr/>
        </p:nvSpPr>
        <p:spPr>
          <a:xfrm>
            <a:off x="7822" y="10699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14EEAD9-B51E-4913-D03D-56201EBB8B90}"/>
              </a:ext>
            </a:extLst>
          </p:cNvPr>
          <p:cNvSpPr txBox="1"/>
          <p:nvPr/>
        </p:nvSpPr>
        <p:spPr>
          <a:xfrm rot="5400000">
            <a:off x="1419031" y="11289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6A820F-7F76-3EAB-31C9-76B28CD3A3C4}"/>
              </a:ext>
            </a:extLst>
          </p:cNvPr>
          <p:cNvCxnSpPr>
            <a:cxnSpLocks/>
          </p:cNvCxnSpPr>
          <p:nvPr/>
        </p:nvCxnSpPr>
        <p:spPr>
          <a:xfrm>
            <a:off x="155817" y="5909646"/>
            <a:ext cx="1371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79CB8F5-A1F8-1033-44ED-8DA4CFCAB081}"/>
              </a:ext>
            </a:extLst>
          </p:cNvPr>
          <p:cNvCxnSpPr>
            <a:cxnSpLocks/>
          </p:cNvCxnSpPr>
          <p:nvPr/>
        </p:nvCxnSpPr>
        <p:spPr>
          <a:xfrm>
            <a:off x="150135" y="6270877"/>
            <a:ext cx="1371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15236538-A4DB-E2DC-97A0-2F2CACCE8F50}"/>
              </a:ext>
            </a:extLst>
          </p:cNvPr>
          <p:cNvCxnSpPr>
            <a:cxnSpLocks/>
          </p:cNvCxnSpPr>
          <p:nvPr/>
        </p:nvCxnSpPr>
        <p:spPr>
          <a:xfrm>
            <a:off x="468567" y="5559210"/>
            <a:ext cx="0" cy="1371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876AB21-EAB3-DBB5-5980-941FDFF42212}"/>
              </a:ext>
            </a:extLst>
          </p:cNvPr>
          <p:cNvCxnSpPr>
            <a:cxnSpLocks/>
          </p:cNvCxnSpPr>
          <p:nvPr/>
        </p:nvCxnSpPr>
        <p:spPr>
          <a:xfrm>
            <a:off x="841617" y="5561333"/>
            <a:ext cx="0" cy="1371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2E95E5E-8546-55F5-AB6F-1594B6A9F526}"/>
              </a:ext>
            </a:extLst>
          </p:cNvPr>
          <p:cNvCxnSpPr>
            <a:cxnSpLocks/>
          </p:cNvCxnSpPr>
          <p:nvPr/>
        </p:nvCxnSpPr>
        <p:spPr>
          <a:xfrm>
            <a:off x="1188647" y="5559210"/>
            <a:ext cx="0" cy="1371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C6D9112-8E30-09F1-238C-AE6AE4FFC6B9}"/>
              </a:ext>
            </a:extLst>
          </p:cNvPr>
          <p:cNvSpPr txBox="1"/>
          <p:nvPr/>
        </p:nvSpPr>
        <p:spPr>
          <a:xfrm>
            <a:off x="188110" y="5598302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B03CAF-5095-8534-A96C-C3EAD14A901C}"/>
              </a:ext>
            </a:extLst>
          </p:cNvPr>
          <p:cNvSpPr txBox="1"/>
          <p:nvPr/>
        </p:nvSpPr>
        <p:spPr>
          <a:xfrm>
            <a:off x="1214623" y="5584103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7776868-4DD0-F81A-AC7D-7284AF4BFBEB}"/>
              </a:ext>
            </a:extLst>
          </p:cNvPr>
          <p:cNvSpPr txBox="1"/>
          <p:nvPr/>
        </p:nvSpPr>
        <p:spPr>
          <a:xfrm>
            <a:off x="841617" y="554751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3C70012-7AB8-3B51-2ACB-41ADF3499BB9}"/>
              </a:ext>
            </a:extLst>
          </p:cNvPr>
          <p:cNvSpPr txBox="1"/>
          <p:nvPr/>
        </p:nvSpPr>
        <p:spPr>
          <a:xfrm>
            <a:off x="180535" y="5957088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F35347B-D54E-C143-C84A-1426026F37EE}"/>
              </a:ext>
            </a:extLst>
          </p:cNvPr>
          <p:cNvSpPr txBox="1"/>
          <p:nvPr/>
        </p:nvSpPr>
        <p:spPr>
          <a:xfrm>
            <a:off x="541091" y="5957088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7DBE347-C3BE-AAC7-C852-056EEA6B9C2A}"/>
              </a:ext>
            </a:extLst>
          </p:cNvPr>
          <p:cNvSpPr txBox="1"/>
          <p:nvPr/>
        </p:nvSpPr>
        <p:spPr>
          <a:xfrm>
            <a:off x="525094" y="5593546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5D3243F-ED65-057A-C636-BABAF8BE2C44}"/>
              </a:ext>
            </a:extLst>
          </p:cNvPr>
          <p:cNvSpPr txBox="1"/>
          <p:nvPr/>
        </p:nvSpPr>
        <p:spPr>
          <a:xfrm>
            <a:off x="1227795" y="5957088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820BC78-1080-F1C0-D061-591E5D87537A}"/>
              </a:ext>
            </a:extLst>
          </p:cNvPr>
          <p:cNvSpPr txBox="1"/>
          <p:nvPr/>
        </p:nvSpPr>
        <p:spPr>
          <a:xfrm>
            <a:off x="148242" y="6245010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9114486-8DA8-FB9D-11D4-EA78BADA916C}"/>
              </a:ext>
            </a:extLst>
          </p:cNvPr>
          <p:cNvSpPr txBox="1"/>
          <p:nvPr/>
        </p:nvSpPr>
        <p:spPr>
          <a:xfrm>
            <a:off x="180535" y="6616258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7EB5980-176D-BBC8-E72C-7CCB34BD0A01}"/>
              </a:ext>
            </a:extLst>
          </p:cNvPr>
          <p:cNvSpPr txBox="1"/>
          <p:nvPr/>
        </p:nvSpPr>
        <p:spPr>
          <a:xfrm>
            <a:off x="1207048" y="6602059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8D5A95A-0EDA-4854-A482-DB20C34A9C94}"/>
              </a:ext>
            </a:extLst>
          </p:cNvPr>
          <p:cNvSpPr txBox="1"/>
          <p:nvPr/>
        </p:nvSpPr>
        <p:spPr>
          <a:xfrm>
            <a:off x="851248" y="657542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6104C39D-CDE8-FA88-133D-C391E4F7819D}"/>
              </a:ext>
            </a:extLst>
          </p:cNvPr>
          <p:cNvSpPr txBox="1"/>
          <p:nvPr/>
        </p:nvSpPr>
        <p:spPr>
          <a:xfrm>
            <a:off x="517519" y="6611502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01D569-691E-7ED5-7461-98096C6D53BC}"/>
              </a:ext>
            </a:extLst>
          </p:cNvPr>
          <p:cNvSpPr/>
          <p:nvPr/>
        </p:nvSpPr>
        <p:spPr>
          <a:xfrm>
            <a:off x="4286669" y="6022229"/>
            <a:ext cx="2743200" cy="2651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FFD9FE5-E35A-371B-F8B0-8CC1F8CB76FE}"/>
              </a:ext>
            </a:extLst>
          </p:cNvPr>
          <p:cNvCxnSpPr>
            <a:cxnSpLocks/>
          </p:cNvCxnSpPr>
          <p:nvPr/>
        </p:nvCxnSpPr>
        <p:spPr>
          <a:xfrm flipH="1">
            <a:off x="4566247" y="6029344"/>
            <a:ext cx="1367" cy="265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4B98DDDD-80C7-84F0-0B86-F94150B6BBD8}"/>
              </a:ext>
            </a:extLst>
          </p:cNvPr>
          <p:cNvCxnSpPr>
            <a:cxnSpLocks/>
          </p:cNvCxnSpPr>
          <p:nvPr/>
        </p:nvCxnSpPr>
        <p:spPr>
          <a:xfrm flipH="1">
            <a:off x="4827072" y="6022229"/>
            <a:ext cx="1367" cy="265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6BD2583-6B80-A02F-35E3-3CBB9C7F9CBD}"/>
              </a:ext>
            </a:extLst>
          </p:cNvPr>
          <p:cNvCxnSpPr>
            <a:cxnSpLocks/>
          </p:cNvCxnSpPr>
          <p:nvPr/>
        </p:nvCxnSpPr>
        <p:spPr>
          <a:xfrm flipH="1">
            <a:off x="5345577" y="6022229"/>
            <a:ext cx="1367" cy="265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2E9AF807-D628-A5B4-E041-AF7786903482}"/>
              </a:ext>
            </a:extLst>
          </p:cNvPr>
          <p:cNvCxnSpPr>
            <a:cxnSpLocks/>
          </p:cNvCxnSpPr>
          <p:nvPr/>
        </p:nvCxnSpPr>
        <p:spPr>
          <a:xfrm flipH="1">
            <a:off x="5595629" y="6031127"/>
            <a:ext cx="1367" cy="265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05CF041-8A4C-9659-74A5-6E7D54A18CF3}"/>
              </a:ext>
            </a:extLst>
          </p:cNvPr>
          <p:cNvCxnSpPr>
            <a:cxnSpLocks/>
          </p:cNvCxnSpPr>
          <p:nvPr/>
        </p:nvCxnSpPr>
        <p:spPr>
          <a:xfrm flipH="1">
            <a:off x="5878088" y="6022229"/>
            <a:ext cx="1367" cy="265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BE8B305A-51F6-6A19-1DFF-C4F2DA1C6DF6}"/>
              </a:ext>
            </a:extLst>
          </p:cNvPr>
          <p:cNvCxnSpPr>
            <a:cxnSpLocks/>
          </p:cNvCxnSpPr>
          <p:nvPr/>
        </p:nvCxnSpPr>
        <p:spPr>
          <a:xfrm flipH="1">
            <a:off x="6164406" y="6011590"/>
            <a:ext cx="1367" cy="265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BB2AA91-16D1-307C-2AF8-51A5315DF231}"/>
              </a:ext>
            </a:extLst>
          </p:cNvPr>
          <p:cNvCxnSpPr>
            <a:cxnSpLocks/>
          </p:cNvCxnSpPr>
          <p:nvPr/>
        </p:nvCxnSpPr>
        <p:spPr>
          <a:xfrm flipH="1">
            <a:off x="6746162" y="6031127"/>
            <a:ext cx="1367" cy="265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A70BE636-A38C-52B8-708A-C94A77F4FE3C}"/>
              </a:ext>
            </a:extLst>
          </p:cNvPr>
          <p:cNvSpPr txBox="1"/>
          <p:nvPr/>
        </p:nvSpPr>
        <p:spPr>
          <a:xfrm>
            <a:off x="4300620" y="6013966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5A47026-1665-3226-D857-F5E290C4D533}"/>
              </a:ext>
            </a:extLst>
          </p:cNvPr>
          <p:cNvSpPr txBox="1"/>
          <p:nvPr/>
        </p:nvSpPr>
        <p:spPr>
          <a:xfrm>
            <a:off x="5346944" y="6010406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F241AD6-C435-8EEE-B30F-BC1F39EB95E6}"/>
              </a:ext>
            </a:extLst>
          </p:cNvPr>
          <p:cNvSpPr txBox="1"/>
          <p:nvPr/>
        </p:nvSpPr>
        <p:spPr>
          <a:xfrm>
            <a:off x="4893169" y="598850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FA7FF82-4C3E-207E-1EE7-90146491821D}"/>
              </a:ext>
            </a:extLst>
          </p:cNvPr>
          <p:cNvSpPr txBox="1"/>
          <p:nvPr/>
        </p:nvSpPr>
        <p:spPr>
          <a:xfrm>
            <a:off x="4567614" y="6010406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98182F1-8124-D733-ABAB-191257FF06DF}"/>
              </a:ext>
            </a:extLst>
          </p:cNvPr>
          <p:cNvSpPr txBox="1"/>
          <p:nvPr/>
        </p:nvSpPr>
        <p:spPr>
          <a:xfrm>
            <a:off x="5596996" y="6010406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D86E978F-85FE-711E-FA6C-30E031C015D6}"/>
              </a:ext>
            </a:extLst>
          </p:cNvPr>
          <p:cNvSpPr txBox="1"/>
          <p:nvPr/>
        </p:nvSpPr>
        <p:spPr>
          <a:xfrm>
            <a:off x="5901796" y="6010853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A44D0E1A-6569-0E47-7A70-4569C19D5BAF}"/>
              </a:ext>
            </a:extLst>
          </p:cNvPr>
          <p:cNvSpPr txBox="1"/>
          <p:nvPr/>
        </p:nvSpPr>
        <p:spPr>
          <a:xfrm>
            <a:off x="6275468" y="597665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A33D6AB-D601-2DFC-4FBA-7630632AB710}"/>
              </a:ext>
            </a:extLst>
          </p:cNvPr>
          <p:cNvSpPr txBox="1"/>
          <p:nvPr/>
        </p:nvSpPr>
        <p:spPr>
          <a:xfrm>
            <a:off x="6738264" y="6010406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D2C7C57-5E8F-20ED-F76D-3A7E46B91041}"/>
              </a:ext>
            </a:extLst>
          </p:cNvPr>
          <p:cNvSpPr/>
          <p:nvPr/>
        </p:nvSpPr>
        <p:spPr>
          <a:xfrm rot="5400000">
            <a:off x="5435162" y="5314545"/>
            <a:ext cx="395968" cy="2466811"/>
          </a:xfrm>
          <a:prstGeom prst="rightBrace">
            <a:avLst>
              <a:gd name="adj1" fmla="val 66567"/>
              <a:gd name="adj2" fmla="val 5128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206028-4CBD-4433-5B10-6738A555CF2B}"/>
              </a:ext>
            </a:extLst>
          </p:cNvPr>
          <p:cNvSpPr txBox="1"/>
          <p:nvPr/>
        </p:nvSpPr>
        <p:spPr>
          <a:xfrm>
            <a:off x="5278608" y="6722078"/>
            <a:ext cx="939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Length=256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8D65F4C-C7A0-6D84-E5FF-41CC62D7D32E}"/>
              </a:ext>
            </a:extLst>
          </p:cNvPr>
          <p:cNvSpPr txBox="1"/>
          <p:nvPr/>
        </p:nvSpPr>
        <p:spPr>
          <a:xfrm>
            <a:off x="-415572" y="505770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239" name="Right Arrow 238">
            <a:extLst>
              <a:ext uri="{FF2B5EF4-FFF2-40B4-BE49-F238E27FC236}">
                <a16:creationId xmlns:a16="http://schemas.microsoft.com/office/drawing/2014/main" id="{0CD102CC-B385-8C9E-62FE-A70B82898ADD}"/>
              </a:ext>
            </a:extLst>
          </p:cNvPr>
          <p:cNvSpPr/>
          <p:nvPr/>
        </p:nvSpPr>
        <p:spPr>
          <a:xfrm>
            <a:off x="2373967" y="5951361"/>
            <a:ext cx="1459128" cy="4572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25DFB3-3D3D-1180-23CB-75DFD237ABF4}"/>
              </a:ext>
            </a:extLst>
          </p:cNvPr>
          <p:cNvSpPr/>
          <p:nvPr/>
        </p:nvSpPr>
        <p:spPr>
          <a:xfrm>
            <a:off x="4054321" y="6021760"/>
            <a:ext cx="265176" cy="265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74F039D8-F106-129F-B54E-9B24DD293080}"/>
              </a:ext>
            </a:extLst>
          </p:cNvPr>
          <p:cNvSpPr txBox="1"/>
          <p:nvPr/>
        </p:nvSpPr>
        <p:spPr>
          <a:xfrm>
            <a:off x="4079116" y="6010841"/>
            <a:ext cx="227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9BAC0AB-1C13-3212-3523-56DE9F6687D2}"/>
                  </a:ext>
                </a:extLst>
              </p:cNvPr>
              <p:cNvSpPr txBox="1"/>
              <p:nvPr/>
            </p:nvSpPr>
            <p:spPr>
              <a:xfrm>
                <a:off x="203580" y="5089632"/>
                <a:ext cx="2182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patch (16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16)</a:t>
                </a:r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9BAC0AB-1C13-3212-3523-56DE9F668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80" y="5089632"/>
                <a:ext cx="2182008" cy="369332"/>
              </a:xfrm>
              <a:prstGeom prst="rect">
                <a:avLst/>
              </a:prstGeom>
              <a:blipFill>
                <a:blip r:embed="rId21"/>
                <a:stretch>
                  <a:fillRect l="-1734" t="-6667" r="-1734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56B850-B6CD-0E22-E6DD-6E5AE271D7DF}"/>
              </a:ext>
            </a:extLst>
          </p:cNvPr>
          <p:cNvCxnSpPr>
            <a:cxnSpLocks/>
            <a:endCxn id="240" idx="0"/>
          </p:cNvCxnSpPr>
          <p:nvPr/>
        </p:nvCxnSpPr>
        <p:spPr>
          <a:xfrm>
            <a:off x="4189294" y="5665928"/>
            <a:ext cx="3796" cy="34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7E6F5825-73F8-1A2A-FE59-232FBC45DE8A}"/>
              </a:ext>
            </a:extLst>
          </p:cNvPr>
          <p:cNvSpPr txBox="1"/>
          <p:nvPr/>
        </p:nvSpPr>
        <p:spPr>
          <a:xfrm>
            <a:off x="850751" y="626381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46A2816F-5600-9DB5-6A93-1526ABD18E3F}"/>
              </a:ext>
            </a:extLst>
          </p:cNvPr>
          <p:cNvSpPr txBox="1"/>
          <p:nvPr/>
        </p:nvSpPr>
        <p:spPr>
          <a:xfrm>
            <a:off x="841617" y="5888467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C08DF4CE-3B48-6DB2-368F-702512E0B702}"/>
              </a:ext>
            </a:extLst>
          </p:cNvPr>
          <p:cNvSpPr txBox="1"/>
          <p:nvPr/>
        </p:nvSpPr>
        <p:spPr>
          <a:xfrm>
            <a:off x="474738" y="625865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C3F8C19E-CBC4-57CA-C8C4-E2CD731F53A3}"/>
              </a:ext>
            </a:extLst>
          </p:cNvPr>
          <p:cNvSpPr txBox="1"/>
          <p:nvPr/>
        </p:nvSpPr>
        <p:spPr>
          <a:xfrm>
            <a:off x="1188863" y="625231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F1462-DD74-E523-9773-B1FA9314C9D0}"/>
              </a:ext>
            </a:extLst>
          </p:cNvPr>
          <p:cNvSpPr txBox="1"/>
          <p:nvPr/>
        </p:nvSpPr>
        <p:spPr>
          <a:xfrm>
            <a:off x="13439" y="-229193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</a:p>
        </p:txBody>
      </p:sp>
      <p:sp>
        <p:nvSpPr>
          <p:cNvPr id="190" name="Right Brace 189">
            <a:extLst>
              <a:ext uri="{FF2B5EF4-FFF2-40B4-BE49-F238E27FC236}">
                <a16:creationId xmlns:a16="http://schemas.microsoft.com/office/drawing/2014/main" id="{40DBDC9B-8BC1-3613-45DF-0AB279CA285D}"/>
              </a:ext>
            </a:extLst>
          </p:cNvPr>
          <p:cNvSpPr/>
          <p:nvPr/>
        </p:nvSpPr>
        <p:spPr>
          <a:xfrm rot="5400000">
            <a:off x="698944" y="6511703"/>
            <a:ext cx="251946" cy="1371600"/>
          </a:xfrm>
          <a:prstGeom prst="rightBrace">
            <a:avLst>
              <a:gd name="adj1" fmla="val 55742"/>
              <a:gd name="adj2" fmla="val 5128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00"/>
              </a:highlight>
            </a:endParaRPr>
          </a:p>
        </p:txBody>
      </p:sp>
      <p:sp>
        <p:nvSpPr>
          <p:cNvPr id="192" name="Right Brace 191">
            <a:extLst>
              <a:ext uri="{FF2B5EF4-FFF2-40B4-BE49-F238E27FC236}">
                <a16:creationId xmlns:a16="http://schemas.microsoft.com/office/drawing/2014/main" id="{34D1A650-4582-A36C-084B-B07EBCCB1069}"/>
              </a:ext>
            </a:extLst>
          </p:cNvPr>
          <p:cNvSpPr/>
          <p:nvPr/>
        </p:nvSpPr>
        <p:spPr>
          <a:xfrm>
            <a:off x="1656108" y="5559210"/>
            <a:ext cx="251946" cy="1371600"/>
          </a:xfrm>
          <a:prstGeom prst="rightBrace">
            <a:avLst>
              <a:gd name="adj1" fmla="val 55742"/>
              <a:gd name="adj2" fmla="val 5128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00"/>
              </a:highlight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610FECD-A3A0-2315-20DB-BE641C5FC2C4}"/>
              </a:ext>
            </a:extLst>
          </p:cNvPr>
          <p:cNvSpPr txBox="1"/>
          <p:nvPr/>
        </p:nvSpPr>
        <p:spPr>
          <a:xfrm>
            <a:off x="643907" y="738653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8A790EA-59E4-8C54-2972-6D3A0519E2DA}"/>
              </a:ext>
            </a:extLst>
          </p:cNvPr>
          <p:cNvSpPr txBox="1"/>
          <p:nvPr/>
        </p:nvSpPr>
        <p:spPr>
          <a:xfrm>
            <a:off x="1844727" y="6130106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B617C-B796-BA9C-82B4-9868DE57CEC9}"/>
              </a:ext>
            </a:extLst>
          </p:cNvPr>
          <p:cNvSpPr txBox="1"/>
          <p:nvPr/>
        </p:nvSpPr>
        <p:spPr>
          <a:xfrm>
            <a:off x="6063978" y="4251451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embedding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4D3870BF-2909-558B-3E17-A23355FF6B96}"/>
              </a:ext>
            </a:extLst>
          </p:cNvPr>
          <p:cNvSpPr txBox="1"/>
          <p:nvPr/>
        </p:nvSpPr>
        <p:spPr>
          <a:xfrm>
            <a:off x="6064612" y="4611880"/>
            <a:ext cx="10214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encoding</a:t>
            </a:r>
            <a:endParaRPr lang="en-US" sz="1000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77A46266-00E2-5340-897A-56C79178C743}"/>
              </a:ext>
            </a:extLst>
          </p:cNvPr>
          <p:cNvSpPr txBox="1"/>
          <p:nvPr/>
        </p:nvSpPr>
        <p:spPr>
          <a:xfrm>
            <a:off x="4060669" y="5416730"/>
            <a:ext cx="255198" cy="24622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67DD1D49-3A0A-F0E3-E400-EA450E3068D0}"/>
              </a:ext>
            </a:extLst>
          </p:cNvPr>
          <p:cNvSpPr txBox="1"/>
          <p:nvPr/>
        </p:nvSpPr>
        <p:spPr>
          <a:xfrm>
            <a:off x="5769101" y="4244541"/>
            <a:ext cx="255198" cy="24622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9AC52777-D26D-EA52-7D34-68F4B6412B68}"/>
              </a:ext>
            </a:extLst>
          </p:cNvPr>
          <p:cNvSpPr txBox="1"/>
          <p:nvPr/>
        </p:nvSpPr>
        <p:spPr>
          <a:xfrm>
            <a:off x="2853541" y="5707407"/>
            <a:ext cx="255198" cy="246221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40BD607D-ECFF-1BF2-739F-775DCE1FACB8}"/>
              </a:ext>
            </a:extLst>
          </p:cNvPr>
          <p:cNvSpPr txBox="1"/>
          <p:nvPr/>
        </p:nvSpPr>
        <p:spPr>
          <a:xfrm>
            <a:off x="5773161" y="4611880"/>
            <a:ext cx="255198" cy="246221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170767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CC8B94-4766-F05A-406C-F6E42851D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789040"/>
            <a:ext cx="3276600" cy="293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F1CDDC-C517-FF05-1E2F-C78FC3080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448" y="3789040"/>
            <a:ext cx="3822700" cy="2933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4E4639-8CBD-802C-29B0-F6F71FD03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80" y="1105493"/>
            <a:ext cx="5041900" cy="2933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AF4744-9174-27BD-4AD2-AB8270C6E1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610" y="1196752"/>
            <a:ext cx="2933700" cy="2933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D9B69D-6735-46CB-9991-D0C5F7257CFF}"/>
              </a:ext>
            </a:extLst>
          </p:cNvPr>
          <p:cNvSpPr txBox="1"/>
          <p:nvPr/>
        </p:nvSpPr>
        <p:spPr>
          <a:xfrm>
            <a:off x="1619672" y="12013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0F8A4-87F2-F281-D142-5609505611C9}"/>
              </a:ext>
            </a:extLst>
          </p:cNvPr>
          <p:cNvSpPr txBox="1"/>
          <p:nvPr/>
        </p:nvSpPr>
        <p:spPr>
          <a:xfrm>
            <a:off x="5383649" y="393275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7D5C60-8B9F-874A-9BD5-648036401B17}"/>
              </a:ext>
            </a:extLst>
          </p:cNvPr>
          <p:cNvSpPr txBox="1"/>
          <p:nvPr/>
        </p:nvSpPr>
        <p:spPr>
          <a:xfrm>
            <a:off x="1619672" y="393382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FEC75-6CC6-BB53-1836-8CD917AE366A}"/>
              </a:ext>
            </a:extLst>
          </p:cNvPr>
          <p:cNvSpPr txBox="1"/>
          <p:nvPr/>
        </p:nvSpPr>
        <p:spPr>
          <a:xfrm>
            <a:off x="5383649" y="120587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29324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1D9B69D-6735-46CB-9991-D0C5F7257CFF}"/>
              </a:ext>
            </a:extLst>
          </p:cNvPr>
          <p:cNvSpPr txBox="1"/>
          <p:nvPr/>
        </p:nvSpPr>
        <p:spPr>
          <a:xfrm>
            <a:off x="1619672" y="12013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0F8A4-87F2-F281-D142-5609505611C9}"/>
              </a:ext>
            </a:extLst>
          </p:cNvPr>
          <p:cNvSpPr txBox="1"/>
          <p:nvPr/>
        </p:nvSpPr>
        <p:spPr>
          <a:xfrm>
            <a:off x="5406795" y="339249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7D5C60-8B9F-874A-9BD5-648036401B17}"/>
              </a:ext>
            </a:extLst>
          </p:cNvPr>
          <p:cNvSpPr txBox="1"/>
          <p:nvPr/>
        </p:nvSpPr>
        <p:spPr>
          <a:xfrm>
            <a:off x="1615690" y="339249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FEC75-6CC6-BB53-1836-8CD917AE366A}"/>
              </a:ext>
            </a:extLst>
          </p:cNvPr>
          <p:cNvSpPr txBox="1"/>
          <p:nvPr/>
        </p:nvSpPr>
        <p:spPr>
          <a:xfrm>
            <a:off x="5383649" y="120587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E84D0B-DE51-4610-693E-B6B46C0E3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547" y="845204"/>
            <a:ext cx="2646781" cy="26467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164DCC-BB9D-E597-3858-E4B47ED99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60" y="3297735"/>
            <a:ext cx="3388358" cy="26182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433275B-C2DD-A264-7E6F-0B4018D38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3237686"/>
            <a:ext cx="4032448" cy="264678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37EB7B6-1D20-2932-A709-D1745870AA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55" y="915057"/>
            <a:ext cx="4666694" cy="261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07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75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26669</TotalTime>
  <Words>878</Words>
  <Application>Microsoft Macintosh PowerPoint</Application>
  <DocSecurity>0</DocSecurity>
  <PresentationFormat>On-screen Show (4:3)</PresentationFormat>
  <Paragraphs>366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tj zhang</cp:lastModifiedBy>
  <cp:revision>29</cp:revision>
  <dcterms:created xsi:type="dcterms:W3CDTF">2020-09-04T07:12:08Z</dcterms:created>
  <dcterms:modified xsi:type="dcterms:W3CDTF">2025-10-26T15:28:42Z</dcterms:modified>
  <cp:category/>
  <dc:identifier/>
  <cp:contentStatus/>
  <dc:language/>
  <cp:version/>
</cp:coreProperties>
</file>