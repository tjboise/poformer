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93"/>
  </p:normalViewPr>
  <p:slideViewPr>
    <p:cSldViewPr snapToGrid="0">
      <p:cViewPr>
        <p:scale>
          <a:sx n="86" d="100"/>
          <a:sy n="86" d="100"/>
        </p:scale>
        <p:origin x="159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3DFEE-65D8-470D-A23C-7BFA77BBC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49CDCB-B775-4A05-9C7C-BAEF980C3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26D58-3A2F-4C89-8D4D-743CF438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E84-B68A-423F-A3C0-D45CA4709EC7}" type="datetimeFigureOut">
              <a:rPr lang="en-US" smtClean="0"/>
              <a:t>1/29/24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0A3F1-F1FF-4FCD-9784-0C1EA1767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43C65-83A8-4803-B41D-974ADF78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872E-1568-48D6-81DF-1FF3E65E8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62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2397-0D27-482B-BD19-A6EE716E1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BBD7C-15FB-4E15-BA2E-697071DB4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765BF-4520-47FF-B30F-5B98034DA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E84-B68A-423F-A3C0-D45CA4709EC7}" type="datetimeFigureOut">
              <a:rPr lang="en-US" smtClean="0"/>
              <a:t>1/29/24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8CFFC-83C1-4BBB-87A1-7372DFF07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BF2D2-5459-4D60-8F8C-C1A7A76C4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872E-1568-48D6-81DF-1FF3E65E8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54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87E9-5046-45A1-A11D-33A008059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44C5D-8601-480D-A251-FA4ABBA07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C8A22-972D-4D69-91FD-BAE4E3A7C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E84-B68A-423F-A3C0-D45CA4709EC7}" type="datetimeFigureOut">
              <a:rPr lang="en-US" smtClean="0"/>
              <a:t>1/29/24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D410E-C2CE-4246-B93D-DC422D618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071D9-F0CC-44BB-9C30-B41AC9CB9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872E-1568-48D6-81DF-1FF3E65E8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46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4A08E-2716-4AE5-A24B-0858011F6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573D1-DEA8-40B4-AAB3-8D9BF1FCC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7A311-382C-493F-AE66-042EF6A4D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82003-475A-40BE-BF5F-5C790D90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E84-B68A-423F-A3C0-D45CA4709EC7}" type="datetimeFigureOut">
              <a:rPr lang="en-US" smtClean="0"/>
              <a:t>1/29/24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350D4-8AF9-495D-9E1F-5DF322254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82603-B080-4EF5-BD8F-E9E0F1811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872E-1568-48D6-81DF-1FF3E65E8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76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3282-AE08-461B-A8F3-2F6CEAD57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2936C-CA81-4ACB-AF8F-F431BDD6E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A4C94-F677-4ECE-9222-83C181A6D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40ACA8-1EBB-48E3-A118-9BDEE4F04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D945C1-C061-4AD8-A5A3-0AF17590F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2BF468-97A2-49D0-B8F2-E7EAE2E1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E84-B68A-423F-A3C0-D45CA4709EC7}" type="datetimeFigureOut">
              <a:rPr lang="en-US" smtClean="0"/>
              <a:t>1/29/24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31D4EE-1DE9-4A13-90B5-7F395B2D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9F2473-37A5-461A-B135-AC726126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872E-1568-48D6-81DF-1FF3E65E8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60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79D-02C4-44CB-9792-CD006DF8E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D7A5D3-AE83-47F3-A2C5-1D18C3369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E84-B68A-423F-A3C0-D45CA4709EC7}" type="datetimeFigureOut">
              <a:rPr lang="en-US" smtClean="0"/>
              <a:t>1/29/24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6ADFFF-55F5-4586-B3C0-6DDACDC56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8DD1C-653B-47BF-A004-19256255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872E-1568-48D6-81DF-1FF3E65E8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4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F4CF97-8A60-47C5-A29C-EB8EFC3D8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E84-B68A-423F-A3C0-D45CA4709EC7}" type="datetimeFigureOut">
              <a:rPr lang="en-US" smtClean="0"/>
              <a:t>1/29/24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070481-81F2-49AD-A08A-28E0980DB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B20A6-8835-49C8-AC47-B6E6A926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872E-1568-48D6-81DF-1FF3E65E8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1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4313B-BD68-4AA7-A863-E6EA8923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4B04A-949B-4718-A246-EC0B0068B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A449A-4886-4B12-BBA3-60B730733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9B5B7-0188-4207-8AF4-BDE21BEAC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E84-B68A-423F-A3C0-D45CA4709EC7}" type="datetimeFigureOut">
              <a:rPr lang="en-US" smtClean="0"/>
              <a:t>1/29/24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736DE-5EBF-4FF7-9972-1E9FEC9E9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75BEB-74F2-47B3-9973-7DA57F27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872E-1568-48D6-81DF-1FF3E65E8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65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19357-DD4D-4A70-BC8B-46B2D3010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4160DB-FCB8-4BAE-A1B8-E1E92EEA30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543F5-F813-4931-A78C-3795B73E3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5A158-C83F-4766-BEC5-699AF3924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E84-B68A-423F-A3C0-D45CA4709EC7}" type="datetimeFigureOut">
              <a:rPr lang="en-US" smtClean="0"/>
              <a:t>1/29/24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F38CD-454C-497B-9179-54E4A57B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171A6-A024-42A9-8624-A0D9DDBA1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872E-1568-48D6-81DF-1FF3E65E8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12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52E88-00C3-45D3-83B2-81C5D39D5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129AF-2689-4AAF-BC94-9C865BF27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52A8B-3D6E-428F-9827-759B9EFD1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E84-B68A-423F-A3C0-D45CA4709EC7}" type="datetimeFigureOut">
              <a:rPr lang="en-US" smtClean="0"/>
              <a:t>1/29/24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677A0-2D6D-48CC-8670-FF06DC7F0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31435-49A2-423B-9F81-285DA28E6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872E-1568-48D6-81DF-1FF3E65E8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0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92FE10-2243-449E-AAFD-7C6ACB21B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F04DA-CA0E-4CB1-8B8B-52E11BFA6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4FA4B-504D-4501-B5F9-70BA8FDF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E84-B68A-423F-A3C0-D45CA4709EC7}" type="datetimeFigureOut">
              <a:rPr lang="en-US" smtClean="0"/>
              <a:t>1/29/24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C0593-ED45-4E6E-B0D7-F1207F32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E7107-E7E8-44FB-9569-27119705B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872E-1568-48D6-81DF-1FF3E65E8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732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FE0099-1505-4B69-8962-25F3E9BC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5BC0D-A9A6-4575-BBD5-38988C61F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E16E1-1951-4791-B699-F16F23FF2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80E84-B68A-423F-A3C0-D45CA4709EC7}" type="datetimeFigureOut">
              <a:rPr lang="en-US" smtClean="0"/>
              <a:t>1/29/24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63BAC-16EB-4A4B-B994-7A3C7BD6E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1C907-70E6-4BB3-9E54-D313428877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1872E-1568-48D6-81DF-1FF3E65E8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32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jpg"/><Relationship Id="rId55" Type="http://schemas.openxmlformats.org/officeDocument/2006/relationships/image" Target="../media/image54.png"/><Relationship Id="rId63" Type="http://schemas.openxmlformats.org/officeDocument/2006/relationships/image" Target="../media/image6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jpg"/><Relationship Id="rId5" Type="http://schemas.openxmlformats.org/officeDocument/2006/relationships/image" Target="../media/image4.png"/><Relationship Id="rId61" Type="http://schemas.openxmlformats.org/officeDocument/2006/relationships/image" Target="../media/image60.png"/><Relationship Id="rId19" Type="http://schemas.openxmlformats.org/officeDocument/2006/relationships/image" Target="../media/image1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8" Type="http://schemas.openxmlformats.org/officeDocument/2006/relationships/image" Target="../media/image7.jp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jp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jp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.png"/><Relationship Id="rId21" Type="http://schemas.openxmlformats.org/officeDocument/2006/relationships/image" Target="../media/image23.png"/><Relationship Id="rId34" Type="http://schemas.openxmlformats.org/officeDocument/2006/relationships/image" Target="../media/image39.png"/><Relationship Id="rId42" Type="http://schemas.openxmlformats.org/officeDocument/2006/relationships/image" Target="../media/image49.jpg"/><Relationship Id="rId47" Type="http://schemas.openxmlformats.org/officeDocument/2006/relationships/image" Target="../media/image54.png"/><Relationship Id="rId50" Type="http://schemas.openxmlformats.org/officeDocument/2006/relationships/image" Target="../media/image57.jpg"/><Relationship Id="rId55" Type="http://schemas.openxmlformats.org/officeDocument/2006/relationships/image" Target="../media/image62.png"/><Relationship Id="rId63" Type="http://schemas.openxmlformats.org/officeDocument/2006/relationships/image" Target="../media/image70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6" Type="http://schemas.openxmlformats.org/officeDocument/2006/relationships/image" Target="../media/image17.png"/><Relationship Id="rId29" Type="http://schemas.openxmlformats.org/officeDocument/2006/relationships/image" Target="../media/image33.png"/><Relationship Id="rId11" Type="http://schemas.openxmlformats.org/officeDocument/2006/relationships/image" Target="../media/image10.png"/><Relationship Id="rId24" Type="http://schemas.openxmlformats.org/officeDocument/2006/relationships/image" Target="../media/image27.png"/><Relationship Id="rId32" Type="http://schemas.openxmlformats.org/officeDocument/2006/relationships/image" Target="../media/image37.png"/><Relationship Id="rId37" Type="http://schemas.openxmlformats.org/officeDocument/2006/relationships/image" Target="../media/image43.png"/><Relationship Id="rId40" Type="http://schemas.openxmlformats.org/officeDocument/2006/relationships/image" Target="../media/image46.png"/><Relationship Id="rId45" Type="http://schemas.openxmlformats.org/officeDocument/2006/relationships/image" Target="../media/image52.png"/><Relationship Id="rId53" Type="http://schemas.openxmlformats.org/officeDocument/2006/relationships/image" Target="../media/image60.png"/><Relationship Id="rId58" Type="http://schemas.openxmlformats.org/officeDocument/2006/relationships/image" Target="../media/image65.jpg"/><Relationship Id="rId5" Type="http://schemas.openxmlformats.org/officeDocument/2006/relationships/image" Target="../media/image4.png"/><Relationship Id="rId61" Type="http://schemas.openxmlformats.org/officeDocument/2006/relationships/image" Target="../media/image68.png"/><Relationship Id="rId19" Type="http://schemas.openxmlformats.org/officeDocument/2006/relationships/image" Target="../media/image21.png"/><Relationship Id="rId14" Type="http://schemas.openxmlformats.org/officeDocument/2006/relationships/image" Target="../media/image15.png"/><Relationship Id="rId22" Type="http://schemas.openxmlformats.org/officeDocument/2006/relationships/image" Target="../media/image25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40.png"/><Relationship Id="rId43" Type="http://schemas.openxmlformats.org/officeDocument/2006/relationships/image" Target="../media/image50.png"/><Relationship Id="rId48" Type="http://schemas.openxmlformats.org/officeDocument/2006/relationships/image" Target="../media/image55.png"/><Relationship Id="rId56" Type="http://schemas.openxmlformats.org/officeDocument/2006/relationships/image" Target="../media/image63.png"/><Relationship Id="rId64" Type="http://schemas.openxmlformats.org/officeDocument/2006/relationships/image" Target="../media/image71.png"/><Relationship Id="rId8" Type="http://schemas.openxmlformats.org/officeDocument/2006/relationships/image" Target="../media/image7.jpg"/><Relationship Id="rId51" Type="http://schemas.openxmlformats.org/officeDocument/2006/relationships/image" Target="../media/image58.png"/><Relationship Id="rId3" Type="http://schemas.openxmlformats.org/officeDocument/2006/relationships/image" Target="../media/image2.png"/><Relationship Id="rId12" Type="http://schemas.openxmlformats.org/officeDocument/2006/relationships/image" Target="../media/image13.png"/><Relationship Id="rId17" Type="http://schemas.openxmlformats.org/officeDocument/2006/relationships/image" Target="../media/image19.png"/><Relationship Id="rId25" Type="http://schemas.openxmlformats.org/officeDocument/2006/relationships/image" Target="../media/image28.png"/><Relationship Id="rId33" Type="http://schemas.openxmlformats.org/officeDocument/2006/relationships/image" Target="../media/image38.png"/><Relationship Id="rId38" Type="http://schemas.openxmlformats.org/officeDocument/2006/relationships/image" Target="../media/image44.png"/><Relationship Id="rId46" Type="http://schemas.openxmlformats.org/officeDocument/2006/relationships/image" Target="../media/image53.png"/><Relationship Id="rId59" Type="http://schemas.openxmlformats.org/officeDocument/2006/relationships/image" Target="../media/image66.png"/><Relationship Id="rId20" Type="http://schemas.openxmlformats.org/officeDocument/2006/relationships/image" Target="../media/image22.png"/><Relationship Id="rId41" Type="http://schemas.openxmlformats.org/officeDocument/2006/relationships/image" Target="../media/image47.png"/><Relationship Id="rId54" Type="http://schemas.openxmlformats.org/officeDocument/2006/relationships/image" Target="../media/image61.png"/><Relationship Id="rId6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5" Type="http://schemas.openxmlformats.org/officeDocument/2006/relationships/image" Target="../media/image16.png"/><Relationship Id="rId23" Type="http://schemas.openxmlformats.org/officeDocument/2006/relationships/image" Target="../media/image26.png"/><Relationship Id="rId28" Type="http://schemas.openxmlformats.org/officeDocument/2006/relationships/image" Target="../media/image32.png"/><Relationship Id="rId36" Type="http://schemas.openxmlformats.org/officeDocument/2006/relationships/image" Target="../media/image41.png"/><Relationship Id="rId49" Type="http://schemas.openxmlformats.org/officeDocument/2006/relationships/image" Target="../media/image56.png"/><Relationship Id="rId57" Type="http://schemas.openxmlformats.org/officeDocument/2006/relationships/image" Target="../media/image64.png"/><Relationship Id="rId10" Type="http://schemas.openxmlformats.org/officeDocument/2006/relationships/image" Target="../media/image9.jpg"/><Relationship Id="rId31" Type="http://schemas.openxmlformats.org/officeDocument/2006/relationships/image" Target="../media/image35.png"/><Relationship Id="rId44" Type="http://schemas.openxmlformats.org/officeDocument/2006/relationships/image" Target="../media/image51.png"/><Relationship Id="rId52" Type="http://schemas.openxmlformats.org/officeDocument/2006/relationships/image" Target="../media/image59.png"/><Relationship Id="rId60" Type="http://schemas.openxmlformats.org/officeDocument/2006/relationships/image" Target="../media/image67.png"/><Relationship Id="rId65" Type="http://schemas.openxmlformats.org/officeDocument/2006/relationships/image" Target="../media/image72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3" Type="http://schemas.openxmlformats.org/officeDocument/2006/relationships/image" Target="../media/image14.png"/><Relationship Id="rId18" Type="http://schemas.openxmlformats.org/officeDocument/2006/relationships/image" Target="../media/image20.png"/><Relationship Id="rId39" Type="http://schemas.openxmlformats.org/officeDocument/2006/relationships/image" Target="../media/image45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20.png"/><Relationship Id="rId26" Type="http://schemas.openxmlformats.org/officeDocument/2006/relationships/image" Target="../media/image29.png"/><Relationship Id="rId39" Type="http://schemas.openxmlformats.org/officeDocument/2006/relationships/image" Target="../media/image45.png"/><Relationship Id="rId21" Type="http://schemas.openxmlformats.org/officeDocument/2006/relationships/image" Target="../media/image23.png"/><Relationship Id="rId34" Type="http://schemas.openxmlformats.org/officeDocument/2006/relationships/image" Target="../media/image39.png"/><Relationship Id="rId42" Type="http://schemas.openxmlformats.org/officeDocument/2006/relationships/image" Target="../media/image49.jpg"/><Relationship Id="rId47" Type="http://schemas.openxmlformats.org/officeDocument/2006/relationships/image" Target="../media/image54.png"/><Relationship Id="rId50" Type="http://schemas.openxmlformats.org/officeDocument/2006/relationships/image" Target="../media/image57.jpg"/><Relationship Id="rId55" Type="http://schemas.openxmlformats.org/officeDocument/2006/relationships/image" Target="../media/image6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6" Type="http://schemas.openxmlformats.org/officeDocument/2006/relationships/image" Target="../media/image17.png"/><Relationship Id="rId29" Type="http://schemas.openxmlformats.org/officeDocument/2006/relationships/image" Target="../media/image33.png"/><Relationship Id="rId11" Type="http://schemas.openxmlformats.org/officeDocument/2006/relationships/image" Target="../media/image10.png"/><Relationship Id="rId24" Type="http://schemas.openxmlformats.org/officeDocument/2006/relationships/image" Target="../media/image27.png"/><Relationship Id="rId32" Type="http://schemas.openxmlformats.org/officeDocument/2006/relationships/image" Target="../media/image37.png"/><Relationship Id="rId37" Type="http://schemas.openxmlformats.org/officeDocument/2006/relationships/image" Target="../media/image43.png"/><Relationship Id="rId40" Type="http://schemas.openxmlformats.org/officeDocument/2006/relationships/image" Target="../media/image46.png"/><Relationship Id="rId45" Type="http://schemas.openxmlformats.org/officeDocument/2006/relationships/image" Target="../media/image52.png"/><Relationship Id="rId53" Type="http://schemas.openxmlformats.org/officeDocument/2006/relationships/image" Target="../media/image60.png"/><Relationship Id="rId5" Type="http://schemas.openxmlformats.org/officeDocument/2006/relationships/image" Target="../media/image4.png"/><Relationship Id="rId19" Type="http://schemas.openxmlformats.org/officeDocument/2006/relationships/image" Target="../media/image21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5.png"/><Relationship Id="rId22" Type="http://schemas.openxmlformats.org/officeDocument/2006/relationships/image" Target="../media/image25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40.png"/><Relationship Id="rId43" Type="http://schemas.openxmlformats.org/officeDocument/2006/relationships/image" Target="../media/image50.png"/><Relationship Id="rId48" Type="http://schemas.openxmlformats.org/officeDocument/2006/relationships/image" Target="../media/image55.png"/><Relationship Id="rId56" Type="http://schemas.openxmlformats.org/officeDocument/2006/relationships/image" Target="../media/image63.png"/><Relationship Id="rId8" Type="http://schemas.openxmlformats.org/officeDocument/2006/relationships/image" Target="../media/image7.jpg"/><Relationship Id="rId51" Type="http://schemas.openxmlformats.org/officeDocument/2006/relationships/image" Target="../media/image58.png"/><Relationship Id="rId3" Type="http://schemas.openxmlformats.org/officeDocument/2006/relationships/image" Target="../media/image2.png"/><Relationship Id="rId12" Type="http://schemas.openxmlformats.org/officeDocument/2006/relationships/image" Target="../media/image13.png"/><Relationship Id="rId17" Type="http://schemas.openxmlformats.org/officeDocument/2006/relationships/image" Target="../media/image19.png"/><Relationship Id="rId25" Type="http://schemas.openxmlformats.org/officeDocument/2006/relationships/image" Target="../media/image28.png"/><Relationship Id="rId33" Type="http://schemas.openxmlformats.org/officeDocument/2006/relationships/image" Target="../media/image38.png"/><Relationship Id="rId38" Type="http://schemas.openxmlformats.org/officeDocument/2006/relationships/image" Target="../media/image44.png"/><Relationship Id="rId46" Type="http://schemas.openxmlformats.org/officeDocument/2006/relationships/image" Target="../media/image53.png"/><Relationship Id="rId20" Type="http://schemas.openxmlformats.org/officeDocument/2006/relationships/image" Target="../media/image22.png"/><Relationship Id="rId41" Type="http://schemas.openxmlformats.org/officeDocument/2006/relationships/image" Target="../media/image47.png"/><Relationship Id="rId54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5" Type="http://schemas.openxmlformats.org/officeDocument/2006/relationships/image" Target="../media/image16.png"/><Relationship Id="rId23" Type="http://schemas.openxmlformats.org/officeDocument/2006/relationships/image" Target="../media/image26.png"/><Relationship Id="rId28" Type="http://schemas.openxmlformats.org/officeDocument/2006/relationships/image" Target="../media/image32.png"/><Relationship Id="rId36" Type="http://schemas.openxmlformats.org/officeDocument/2006/relationships/image" Target="../media/image41.png"/><Relationship Id="rId49" Type="http://schemas.openxmlformats.org/officeDocument/2006/relationships/image" Target="../media/image56.png"/><Relationship Id="rId57" Type="http://schemas.openxmlformats.org/officeDocument/2006/relationships/image" Target="../media/image64.png"/><Relationship Id="rId10" Type="http://schemas.openxmlformats.org/officeDocument/2006/relationships/image" Target="../media/image9.jpg"/><Relationship Id="rId31" Type="http://schemas.openxmlformats.org/officeDocument/2006/relationships/image" Target="../media/image35.png"/><Relationship Id="rId44" Type="http://schemas.openxmlformats.org/officeDocument/2006/relationships/image" Target="../media/image51.png"/><Relationship Id="rId52" Type="http://schemas.openxmlformats.org/officeDocument/2006/relationships/image" Target="../media/image5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20.png"/><Relationship Id="rId26" Type="http://schemas.openxmlformats.org/officeDocument/2006/relationships/image" Target="../media/image29.png"/><Relationship Id="rId39" Type="http://schemas.openxmlformats.org/officeDocument/2006/relationships/image" Target="../media/image45.png"/><Relationship Id="rId21" Type="http://schemas.openxmlformats.org/officeDocument/2006/relationships/image" Target="../media/image23.png"/><Relationship Id="rId34" Type="http://schemas.openxmlformats.org/officeDocument/2006/relationships/image" Target="../media/image39.png"/><Relationship Id="rId42" Type="http://schemas.openxmlformats.org/officeDocument/2006/relationships/image" Target="../media/image49.jpg"/><Relationship Id="rId47" Type="http://schemas.openxmlformats.org/officeDocument/2006/relationships/image" Target="../media/image54.png"/><Relationship Id="rId50" Type="http://schemas.openxmlformats.org/officeDocument/2006/relationships/image" Target="../media/image57.jpg"/><Relationship Id="rId55" Type="http://schemas.openxmlformats.org/officeDocument/2006/relationships/image" Target="../media/image6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6" Type="http://schemas.openxmlformats.org/officeDocument/2006/relationships/image" Target="../media/image17.png"/><Relationship Id="rId29" Type="http://schemas.openxmlformats.org/officeDocument/2006/relationships/image" Target="../media/image33.png"/><Relationship Id="rId11" Type="http://schemas.openxmlformats.org/officeDocument/2006/relationships/image" Target="../media/image10.png"/><Relationship Id="rId24" Type="http://schemas.openxmlformats.org/officeDocument/2006/relationships/image" Target="../media/image27.png"/><Relationship Id="rId32" Type="http://schemas.openxmlformats.org/officeDocument/2006/relationships/image" Target="../media/image37.png"/><Relationship Id="rId37" Type="http://schemas.openxmlformats.org/officeDocument/2006/relationships/image" Target="../media/image43.png"/><Relationship Id="rId40" Type="http://schemas.openxmlformats.org/officeDocument/2006/relationships/image" Target="../media/image46.png"/><Relationship Id="rId45" Type="http://schemas.openxmlformats.org/officeDocument/2006/relationships/image" Target="../media/image52.png"/><Relationship Id="rId53" Type="http://schemas.openxmlformats.org/officeDocument/2006/relationships/image" Target="../media/image60.png"/><Relationship Id="rId5" Type="http://schemas.openxmlformats.org/officeDocument/2006/relationships/image" Target="../media/image4.png"/><Relationship Id="rId19" Type="http://schemas.openxmlformats.org/officeDocument/2006/relationships/image" Target="../media/image21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5.png"/><Relationship Id="rId22" Type="http://schemas.openxmlformats.org/officeDocument/2006/relationships/image" Target="../media/image25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40.png"/><Relationship Id="rId43" Type="http://schemas.openxmlformats.org/officeDocument/2006/relationships/image" Target="../media/image50.png"/><Relationship Id="rId48" Type="http://schemas.openxmlformats.org/officeDocument/2006/relationships/image" Target="../media/image55.png"/><Relationship Id="rId56" Type="http://schemas.openxmlformats.org/officeDocument/2006/relationships/image" Target="../media/image63.png"/><Relationship Id="rId8" Type="http://schemas.openxmlformats.org/officeDocument/2006/relationships/image" Target="../media/image7.jpg"/><Relationship Id="rId51" Type="http://schemas.openxmlformats.org/officeDocument/2006/relationships/image" Target="../media/image58.png"/><Relationship Id="rId3" Type="http://schemas.openxmlformats.org/officeDocument/2006/relationships/image" Target="../media/image2.png"/><Relationship Id="rId12" Type="http://schemas.openxmlformats.org/officeDocument/2006/relationships/image" Target="../media/image13.png"/><Relationship Id="rId17" Type="http://schemas.openxmlformats.org/officeDocument/2006/relationships/image" Target="../media/image19.png"/><Relationship Id="rId25" Type="http://schemas.openxmlformats.org/officeDocument/2006/relationships/image" Target="../media/image28.png"/><Relationship Id="rId33" Type="http://schemas.openxmlformats.org/officeDocument/2006/relationships/image" Target="../media/image38.png"/><Relationship Id="rId38" Type="http://schemas.openxmlformats.org/officeDocument/2006/relationships/image" Target="../media/image44.png"/><Relationship Id="rId46" Type="http://schemas.openxmlformats.org/officeDocument/2006/relationships/image" Target="../media/image53.png"/><Relationship Id="rId20" Type="http://schemas.openxmlformats.org/officeDocument/2006/relationships/image" Target="../media/image22.png"/><Relationship Id="rId41" Type="http://schemas.openxmlformats.org/officeDocument/2006/relationships/image" Target="../media/image47.png"/><Relationship Id="rId54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5" Type="http://schemas.openxmlformats.org/officeDocument/2006/relationships/image" Target="../media/image16.png"/><Relationship Id="rId23" Type="http://schemas.openxmlformats.org/officeDocument/2006/relationships/image" Target="../media/image26.png"/><Relationship Id="rId28" Type="http://schemas.openxmlformats.org/officeDocument/2006/relationships/image" Target="../media/image32.png"/><Relationship Id="rId36" Type="http://schemas.openxmlformats.org/officeDocument/2006/relationships/image" Target="../media/image41.png"/><Relationship Id="rId49" Type="http://schemas.openxmlformats.org/officeDocument/2006/relationships/image" Target="../media/image56.png"/><Relationship Id="rId57" Type="http://schemas.openxmlformats.org/officeDocument/2006/relationships/image" Target="../media/image64.png"/><Relationship Id="rId10" Type="http://schemas.openxmlformats.org/officeDocument/2006/relationships/image" Target="../media/image9.jpg"/><Relationship Id="rId31" Type="http://schemas.openxmlformats.org/officeDocument/2006/relationships/image" Target="../media/image35.png"/><Relationship Id="rId44" Type="http://schemas.openxmlformats.org/officeDocument/2006/relationships/image" Target="../media/image51.png"/><Relationship Id="rId52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20.png"/><Relationship Id="rId26" Type="http://schemas.openxmlformats.org/officeDocument/2006/relationships/image" Target="../media/image29.png"/><Relationship Id="rId39" Type="http://schemas.openxmlformats.org/officeDocument/2006/relationships/image" Target="../media/image45.png"/><Relationship Id="rId21" Type="http://schemas.openxmlformats.org/officeDocument/2006/relationships/image" Target="../media/image23.png"/><Relationship Id="rId34" Type="http://schemas.openxmlformats.org/officeDocument/2006/relationships/image" Target="../media/image39.png"/><Relationship Id="rId42" Type="http://schemas.openxmlformats.org/officeDocument/2006/relationships/image" Target="../media/image49.jpg"/><Relationship Id="rId47" Type="http://schemas.openxmlformats.org/officeDocument/2006/relationships/image" Target="../media/image54.png"/><Relationship Id="rId50" Type="http://schemas.openxmlformats.org/officeDocument/2006/relationships/image" Target="../media/image57.jpg"/><Relationship Id="rId55" Type="http://schemas.openxmlformats.org/officeDocument/2006/relationships/image" Target="../media/image6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6" Type="http://schemas.openxmlformats.org/officeDocument/2006/relationships/image" Target="../media/image17.png"/><Relationship Id="rId29" Type="http://schemas.openxmlformats.org/officeDocument/2006/relationships/image" Target="../media/image33.png"/><Relationship Id="rId11" Type="http://schemas.openxmlformats.org/officeDocument/2006/relationships/image" Target="../media/image10.png"/><Relationship Id="rId24" Type="http://schemas.openxmlformats.org/officeDocument/2006/relationships/image" Target="../media/image27.png"/><Relationship Id="rId32" Type="http://schemas.openxmlformats.org/officeDocument/2006/relationships/image" Target="../media/image37.png"/><Relationship Id="rId37" Type="http://schemas.openxmlformats.org/officeDocument/2006/relationships/image" Target="../media/image43.png"/><Relationship Id="rId40" Type="http://schemas.openxmlformats.org/officeDocument/2006/relationships/image" Target="../media/image46.png"/><Relationship Id="rId45" Type="http://schemas.openxmlformats.org/officeDocument/2006/relationships/image" Target="../media/image52.png"/><Relationship Id="rId53" Type="http://schemas.openxmlformats.org/officeDocument/2006/relationships/image" Target="../media/image60.png"/><Relationship Id="rId5" Type="http://schemas.openxmlformats.org/officeDocument/2006/relationships/image" Target="../media/image4.png"/><Relationship Id="rId19" Type="http://schemas.openxmlformats.org/officeDocument/2006/relationships/image" Target="../media/image21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5.png"/><Relationship Id="rId22" Type="http://schemas.openxmlformats.org/officeDocument/2006/relationships/image" Target="../media/image25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40.png"/><Relationship Id="rId43" Type="http://schemas.openxmlformats.org/officeDocument/2006/relationships/image" Target="../media/image50.png"/><Relationship Id="rId48" Type="http://schemas.openxmlformats.org/officeDocument/2006/relationships/image" Target="../media/image55.png"/><Relationship Id="rId56" Type="http://schemas.openxmlformats.org/officeDocument/2006/relationships/image" Target="../media/image63.png"/><Relationship Id="rId8" Type="http://schemas.openxmlformats.org/officeDocument/2006/relationships/image" Target="../media/image7.jpg"/><Relationship Id="rId51" Type="http://schemas.openxmlformats.org/officeDocument/2006/relationships/image" Target="../media/image58.png"/><Relationship Id="rId3" Type="http://schemas.openxmlformats.org/officeDocument/2006/relationships/image" Target="../media/image2.png"/><Relationship Id="rId12" Type="http://schemas.openxmlformats.org/officeDocument/2006/relationships/image" Target="../media/image13.png"/><Relationship Id="rId17" Type="http://schemas.openxmlformats.org/officeDocument/2006/relationships/image" Target="../media/image19.png"/><Relationship Id="rId25" Type="http://schemas.openxmlformats.org/officeDocument/2006/relationships/image" Target="../media/image28.png"/><Relationship Id="rId33" Type="http://schemas.openxmlformats.org/officeDocument/2006/relationships/image" Target="../media/image38.png"/><Relationship Id="rId38" Type="http://schemas.openxmlformats.org/officeDocument/2006/relationships/image" Target="../media/image44.png"/><Relationship Id="rId46" Type="http://schemas.openxmlformats.org/officeDocument/2006/relationships/image" Target="../media/image53.png"/><Relationship Id="rId20" Type="http://schemas.openxmlformats.org/officeDocument/2006/relationships/image" Target="../media/image22.png"/><Relationship Id="rId41" Type="http://schemas.openxmlformats.org/officeDocument/2006/relationships/image" Target="../media/image47.png"/><Relationship Id="rId54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5" Type="http://schemas.openxmlformats.org/officeDocument/2006/relationships/image" Target="../media/image16.png"/><Relationship Id="rId23" Type="http://schemas.openxmlformats.org/officeDocument/2006/relationships/image" Target="../media/image26.png"/><Relationship Id="rId28" Type="http://schemas.openxmlformats.org/officeDocument/2006/relationships/image" Target="../media/image32.png"/><Relationship Id="rId36" Type="http://schemas.openxmlformats.org/officeDocument/2006/relationships/image" Target="../media/image41.png"/><Relationship Id="rId49" Type="http://schemas.openxmlformats.org/officeDocument/2006/relationships/image" Target="../media/image56.png"/><Relationship Id="rId57" Type="http://schemas.openxmlformats.org/officeDocument/2006/relationships/image" Target="../media/image64.png"/><Relationship Id="rId10" Type="http://schemas.openxmlformats.org/officeDocument/2006/relationships/image" Target="../media/image9.jpg"/><Relationship Id="rId31" Type="http://schemas.openxmlformats.org/officeDocument/2006/relationships/image" Target="../media/image35.png"/><Relationship Id="rId44" Type="http://schemas.openxmlformats.org/officeDocument/2006/relationships/image" Target="../media/image51.png"/><Relationship Id="rId52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773B4F-0AD9-49F2-85B4-CD957F664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47" y="-1054792"/>
            <a:ext cx="914400" cy="609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55DB32-EAE7-4604-9A94-CAAD6A25B4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993" y="-1054793"/>
            <a:ext cx="914400" cy="6092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C91D2E-212B-4870-9E89-E59A80DA9802}"/>
              </a:ext>
            </a:extLst>
          </p:cNvPr>
          <p:cNvSpPr txBox="1"/>
          <p:nvPr/>
        </p:nvSpPr>
        <p:spPr>
          <a:xfrm>
            <a:off x="2068755" y="-1466042"/>
            <a:ext cx="14248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truth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BBE14F-04D7-410E-ABE8-9590A3790A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47" y="-368993"/>
            <a:ext cx="914400" cy="6092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7BE061-A30B-4135-86A5-D20A7B7D04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750" y="-299252"/>
            <a:ext cx="914400" cy="6092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8BAD73-FA7E-4D62-B5B1-E5332D5E88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47" y="334978"/>
            <a:ext cx="914400" cy="11944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1A6D91-945F-4C20-9155-0AC8C06A55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993" y="365799"/>
            <a:ext cx="914400" cy="1194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C293C3-AA82-4DB6-984F-1329670FA8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47" y="1635732"/>
            <a:ext cx="914400" cy="1371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15C862-ABA0-4375-98C5-946356442A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993" y="1616058"/>
            <a:ext cx="914400" cy="1371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225E19C-F1A6-451D-9F5B-B78B143D23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47" y="3113659"/>
            <a:ext cx="914400" cy="6092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C7ADC0B-77DA-463F-B9D5-B4DB02C7161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993" y="3158196"/>
            <a:ext cx="914400" cy="60921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8FC162E-C1C4-4D7B-8B9B-16D52AFA8D4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47" y="3900005"/>
            <a:ext cx="914400" cy="60921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E8566E1-7D5F-47ED-A988-9F4B8F8BECC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750" y="3900004"/>
            <a:ext cx="914400" cy="60921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822FCB7-922C-4225-9070-0DA54722EAA7}"/>
              </a:ext>
            </a:extLst>
          </p:cNvPr>
          <p:cNvSpPr txBox="1"/>
          <p:nvPr/>
        </p:nvSpPr>
        <p:spPr>
          <a:xfrm>
            <a:off x="3915484" y="-1466042"/>
            <a:ext cx="609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Enet</a:t>
            </a:r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B5B8F69-D534-4391-A37B-A463F304F40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639" y="-1096710"/>
            <a:ext cx="914400" cy="60921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106FC90-BC6E-40F3-B1EF-043BA295436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639" y="-303203"/>
            <a:ext cx="914400" cy="60921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9A5FC1E-33A1-4222-A6DE-B2314467223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931" y="390393"/>
            <a:ext cx="914400" cy="119442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6755D19-546E-450C-B6C0-9029F791CCA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861" y="1742059"/>
            <a:ext cx="914400" cy="13716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CFA6B1B-1718-47C7-A82C-6F10719826C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867" y="3266947"/>
            <a:ext cx="914400" cy="60921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2C38DE9-0E35-4AFF-947D-AA405A34F9F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867" y="4015443"/>
            <a:ext cx="914400" cy="60921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980A87E-9B52-48CA-9473-361EB39C9AAF}"/>
              </a:ext>
            </a:extLst>
          </p:cNvPr>
          <p:cNvSpPr txBox="1"/>
          <p:nvPr/>
        </p:nvSpPr>
        <p:spPr>
          <a:xfrm>
            <a:off x="5134684" y="-1501146"/>
            <a:ext cx="560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FCN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5231236-4544-4C58-A75A-9268A77F3BB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884" y="-1054794"/>
            <a:ext cx="914400" cy="60921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F946399-3B66-4625-850E-DF9EA15A3B4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042" y="-300896"/>
            <a:ext cx="914400" cy="60921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05167A4-353A-4CC9-92B9-BD0676BBFA6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945" y="368332"/>
            <a:ext cx="914400" cy="119442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1383890-7AE2-4914-B3F0-42D96E9D25F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929" y="1742059"/>
            <a:ext cx="914400" cy="13716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A846B29-3AF6-48DD-93D9-056AC67B97F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945" y="3266947"/>
            <a:ext cx="914400" cy="60921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1B2EED2-E3A0-4CDA-9E92-37921B4FFB2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042" y="4002527"/>
            <a:ext cx="914400" cy="609219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19613E3-04FA-44FC-9769-3EC02C07D524}"/>
              </a:ext>
            </a:extLst>
          </p:cNvPr>
          <p:cNvSpPr txBox="1"/>
          <p:nvPr/>
        </p:nvSpPr>
        <p:spPr>
          <a:xfrm>
            <a:off x="6304960" y="-1547853"/>
            <a:ext cx="13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transformer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2EF59ED0-4DC7-4ED0-A9DF-853BBAC1C3F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776" y="-1058612"/>
            <a:ext cx="914400" cy="609219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9558A45-546E-4AC8-AD06-D6FD9A9AE0E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876" y="-329484"/>
            <a:ext cx="914400" cy="60921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693E880-2425-4C4C-B7EC-C6EC821C002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140" y="390392"/>
            <a:ext cx="914400" cy="119442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2C8FD734-4B22-46C6-9975-259C09F282A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140" y="1695476"/>
            <a:ext cx="914400" cy="13716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6FB6514-643F-4BCC-AF3B-2B2D2975FFA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508" y="3196628"/>
            <a:ext cx="914400" cy="609219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FA7F68CD-15D9-4527-B60A-115D4469310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508" y="4002526"/>
            <a:ext cx="914400" cy="609219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E24B4523-31C1-4347-BFDF-C073CF734F75}"/>
              </a:ext>
            </a:extLst>
          </p:cNvPr>
          <p:cNvSpPr txBox="1"/>
          <p:nvPr/>
        </p:nvSpPr>
        <p:spPr>
          <a:xfrm>
            <a:off x="7766207" y="-1501146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LRASPP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D4145B65-29D3-4ADF-81F0-9652C1011EF1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207" y="-1067379"/>
            <a:ext cx="914400" cy="609219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84A5FC8E-EFB7-48B7-A3C2-DC5A872574C9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207" y="-389413"/>
            <a:ext cx="914400" cy="609219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D773C08-DF0F-4356-A1B3-5FF214F387A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154" y="360517"/>
            <a:ext cx="914400" cy="1194427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977779E7-1CF9-40A0-9BBC-B071E0B6BACD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757" y="1616058"/>
            <a:ext cx="914400" cy="13716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9D3C346D-F049-4039-8B88-21DF38248764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2333" y="3162305"/>
            <a:ext cx="914400" cy="609219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60EBD09E-C3D6-4FF5-BE41-4B7CDD939CC8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138" y="3946171"/>
            <a:ext cx="914400" cy="609219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A768707A-3F27-4D02-B49B-537F45957DBD}"/>
              </a:ext>
            </a:extLst>
          </p:cNvPr>
          <p:cNvSpPr txBox="1"/>
          <p:nvPr/>
        </p:nvSpPr>
        <p:spPr>
          <a:xfrm>
            <a:off x="9173665" y="-1501146"/>
            <a:ext cx="619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unet</a:t>
            </a:r>
            <a:endParaRPr lang="en-US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25AE5A7B-6F6C-4BB9-ABEB-916313B2AD4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197" y="-1040161"/>
            <a:ext cx="914400" cy="609219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ED7266CC-FCFC-4C54-B2A9-FFC629EA2CE3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197" y="-368993"/>
            <a:ext cx="914400" cy="609219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418651D5-047B-4111-BD4C-389B8E853C1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1873" y="334978"/>
            <a:ext cx="914400" cy="1194427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1F8F778D-53D3-4FAD-BCA3-36524F301505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617" y="1685550"/>
            <a:ext cx="914400" cy="13716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45705C02-59B7-448C-9AA1-243755A37902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617" y="3196628"/>
            <a:ext cx="914400" cy="609219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C9BB9804-A5D2-4EEC-B407-F64229F8138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694" y="3876166"/>
            <a:ext cx="914400" cy="609219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21FB307C-C593-4823-94D6-C74FE6339BAC}"/>
              </a:ext>
            </a:extLst>
          </p:cNvPr>
          <p:cNvSpPr txBox="1"/>
          <p:nvPr/>
        </p:nvSpPr>
        <p:spPr>
          <a:xfrm>
            <a:off x="10491476" y="-1512209"/>
            <a:ext cx="878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attunet</a:t>
            </a:r>
            <a:endParaRPr lang="en-US" dirty="0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16D7D09F-1486-4908-BD8C-4CE0F69EC2FE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63" y="-1056985"/>
            <a:ext cx="914400" cy="609219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E507381E-9F58-4A6E-8015-CBD52A0FF040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5650" y="-333302"/>
            <a:ext cx="914400" cy="609219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A2F8265E-FDF1-439E-B822-D996DE88F5F2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4133" y="334977"/>
            <a:ext cx="914400" cy="1194427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8A66BBB3-F2BC-4C15-8580-2C62EA52FD67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118" y="1635732"/>
            <a:ext cx="914400" cy="137160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A2FDF0AE-33B5-4B00-8BDF-63E5515BA4AA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476" y="3113659"/>
            <a:ext cx="914400" cy="609219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8A84E295-6879-4E85-9960-06F26E03EC73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63" y="3890541"/>
            <a:ext cx="914400" cy="609219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3DB9DE5-2662-4EB8-BDB3-64333E873291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47" y="4633243"/>
            <a:ext cx="914400" cy="60579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02118E91-5300-486E-AD1E-FC8A3320945A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750" y="4641224"/>
            <a:ext cx="914400" cy="60579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EED0FAB3-385B-4155-A5C3-921F1FEE5B7D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632" y="4677292"/>
            <a:ext cx="914400" cy="60579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C1B8E3EC-45C3-415F-A696-A3BBD4ECBFA7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884" y="4649643"/>
            <a:ext cx="914400" cy="605790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E7DA58D1-D318-4F48-9269-B1FA7BA7BE3D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508" y="4677292"/>
            <a:ext cx="914400" cy="60579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809D8B47-29F6-4698-8D92-C0EB1A9FF638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749" y="4681233"/>
            <a:ext cx="914400" cy="605790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CCA5AE41-7270-45A1-BE09-D4123379B669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039" y="4611745"/>
            <a:ext cx="914400" cy="60579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5190F2AE-571F-426C-B72A-FEE86D9B8095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476" y="4591587"/>
            <a:ext cx="914400" cy="605790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96A770A-5B6E-4E98-B4B5-D3070FEC3BC3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89" y="5412866"/>
            <a:ext cx="914400" cy="608492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38AD6EC8-8BD3-44F0-AA8E-B1993A58CBC1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750" y="5357267"/>
            <a:ext cx="914400" cy="608492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FD1D4180-89A8-45A4-A84E-A74D140A7ED2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476" y="5307133"/>
            <a:ext cx="914400" cy="608492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9F5F617D-D497-4546-9F59-7569391F05AB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284" y="5397701"/>
            <a:ext cx="914400" cy="608492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4CBC0A76-8369-45F7-B9F4-58BE21A6E1D2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945" y="5369614"/>
            <a:ext cx="914400" cy="608492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AC33CAFD-6284-4949-8920-86B85D70E59E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668" y="5397701"/>
            <a:ext cx="914400" cy="608492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318077BD-D762-4B5F-88B2-0222C3307EBB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391" y="5412866"/>
            <a:ext cx="914400" cy="608492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5DD287C1-3701-45D8-91C5-DDC5E7707909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288" y="5357267"/>
            <a:ext cx="914400" cy="60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85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773B4F-0AD9-49F2-85B4-CD957F664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47" y="-1054792"/>
            <a:ext cx="914400" cy="609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55DB32-EAE7-4604-9A94-CAAD6A25B4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993" y="-1054793"/>
            <a:ext cx="914400" cy="6092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C91D2E-212B-4870-9E89-E59A80DA9802}"/>
              </a:ext>
            </a:extLst>
          </p:cNvPr>
          <p:cNvSpPr txBox="1"/>
          <p:nvPr/>
        </p:nvSpPr>
        <p:spPr>
          <a:xfrm>
            <a:off x="2068755" y="-1466042"/>
            <a:ext cx="14248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truth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BBE14F-04D7-410E-ABE8-9590A3790A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47" y="-368993"/>
            <a:ext cx="914400" cy="6092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7BE061-A30B-4135-86A5-D20A7B7D04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750" y="-299252"/>
            <a:ext cx="914400" cy="6092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8BAD73-FA7E-4D62-B5B1-E5332D5E88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47" y="334978"/>
            <a:ext cx="914400" cy="11944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1A6D91-945F-4C20-9155-0AC8C06A55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993" y="365799"/>
            <a:ext cx="914400" cy="1194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C293C3-AA82-4DB6-984F-1329670FA8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47" y="1635732"/>
            <a:ext cx="914400" cy="1371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15C862-ABA0-4375-98C5-946356442A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993" y="1616058"/>
            <a:ext cx="914400" cy="1371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225E19C-F1A6-451D-9F5B-B78B143D23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47" y="3113659"/>
            <a:ext cx="914400" cy="6092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C7ADC0B-77DA-463F-B9D5-B4DB02C7161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993" y="3158196"/>
            <a:ext cx="914400" cy="60921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822FCB7-922C-4225-9070-0DA54722EAA7}"/>
              </a:ext>
            </a:extLst>
          </p:cNvPr>
          <p:cNvSpPr txBox="1"/>
          <p:nvPr/>
        </p:nvSpPr>
        <p:spPr>
          <a:xfrm>
            <a:off x="3915484" y="-1466042"/>
            <a:ext cx="609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Enet</a:t>
            </a:r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B5B8F69-D534-4391-A37B-A463F304F4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639" y="-1096710"/>
            <a:ext cx="914400" cy="60921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106FC90-BC6E-40F3-B1EF-043BA295436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639" y="-303203"/>
            <a:ext cx="914400" cy="60921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9A5FC1E-33A1-4222-A6DE-B231446722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931" y="390393"/>
            <a:ext cx="914400" cy="119442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6755D19-546E-450C-B6C0-9029F791CCA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861" y="1742059"/>
            <a:ext cx="914400" cy="13716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CFA6B1B-1718-47C7-A82C-6F10719826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867" y="3266947"/>
            <a:ext cx="914400" cy="60921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980A87E-9B52-48CA-9473-361EB39C9AAF}"/>
              </a:ext>
            </a:extLst>
          </p:cNvPr>
          <p:cNvSpPr txBox="1"/>
          <p:nvPr/>
        </p:nvSpPr>
        <p:spPr>
          <a:xfrm>
            <a:off x="5134684" y="-1501146"/>
            <a:ext cx="560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FCN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5231236-4544-4C58-A75A-9268A77F3BB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884" y="-1054794"/>
            <a:ext cx="914400" cy="60921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F946399-3B66-4625-850E-DF9EA15A3B4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042" y="-300896"/>
            <a:ext cx="914400" cy="60921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05167A4-353A-4CC9-92B9-BD0676BBFA6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945" y="368332"/>
            <a:ext cx="914400" cy="119442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1383890-7AE2-4914-B3F0-42D96E9D25F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929" y="1742059"/>
            <a:ext cx="914400" cy="13716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A846B29-3AF6-48DD-93D9-056AC67B97F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945" y="3266947"/>
            <a:ext cx="914400" cy="609219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19613E3-04FA-44FC-9769-3EC02C07D524}"/>
              </a:ext>
            </a:extLst>
          </p:cNvPr>
          <p:cNvSpPr txBox="1"/>
          <p:nvPr/>
        </p:nvSpPr>
        <p:spPr>
          <a:xfrm>
            <a:off x="6304960" y="-1547853"/>
            <a:ext cx="13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transformer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2EF59ED0-4DC7-4ED0-A9DF-853BBAC1C3F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776" y="-1058612"/>
            <a:ext cx="914400" cy="609219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9558A45-546E-4AC8-AD06-D6FD9A9AE0E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876" y="-329484"/>
            <a:ext cx="914400" cy="60921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693E880-2425-4C4C-B7EC-C6EC821C002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140" y="390392"/>
            <a:ext cx="914400" cy="119442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2C8FD734-4B22-46C6-9975-259C09F282A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140" y="1695476"/>
            <a:ext cx="914400" cy="13716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6FB6514-643F-4BCC-AF3B-2B2D2975FFA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508" y="3196628"/>
            <a:ext cx="914400" cy="609219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E24B4523-31C1-4347-BFDF-C073CF734F75}"/>
              </a:ext>
            </a:extLst>
          </p:cNvPr>
          <p:cNvSpPr txBox="1"/>
          <p:nvPr/>
        </p:nvSpPr>
        <p:spPr>
          <a:xfrm>
            <a:off x="7766207" y="-1501146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LRASPP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D4145B65-29D3-4ADF-81F0-9652C1011EF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207" y="-1067379"/>
            <a:ext cx="914400" cy="609219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84A5FC8E-EFB7-48B7-A3C2-DC5A872574C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207" y="-389413"/>
            <a:ext cx="914400" cy="609219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D773C08-DF0F-4356-A1B3-5FF214F387A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154" y="360517"/>
            <a:ext cx="914400" cy="1194427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977779E7-1CF9-40A0-9BBC-B071E0B6BAC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757" y="1616058"/>
            <a:ext cx="914400" cy="13716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9D3C346D-F049-4039-8B88-21DF3824876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2333" y="3162305"/>
            <a:ext cx="914400" cy="609219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A768707A-3F27-4D02-B49B-537F45957DBD}"/>
              </a:ext>
            </a:extLst>
          </p:cNvPr>
          <p:cNvSpPr txBox="1"/>
          <p:nvPr/>
        </p:nvSpPr>
        <p:spPr>
          <a:xfrm>
            <a:off x="9173665" y="-1501146"/>
            <a:ext cx="619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unet</a:t>
            </a:r>
            <a:endParaRPr lang="en-US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25AE5A7B-6F6C-4BB9-ABEB-916313B2AD4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197" y="-1040161"/>
            <a:ext cx="914400" cy="609219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ED7266CC-FCFC-4C54-B2A9-FFC629EA2CE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197" y="-368993"/>
            <a:ext cx="914400" cy="609219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418651D5-047B-4111-BD4C-389B8E853C17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1873" y="334978"/>
            <a:ext cx="914400" cy="1194427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1F8F778D-53D3-4FAD-BCA3-36524F301505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617" y="1685550"/>
            <a:ext cx="914400" cy="13716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45705C02-59B7-448C-9AA1-243755A3790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617" y="3196628"/>
            <a:ext cx="914400" cy="609219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21FB307C-C593-4823-94D6-C74FE6339BAC}"/>
              </a:ext>
            </a:extLst>
          </p:cNvPr>
          <p:cNvSpPr txBox="1"/>
          <p:nvPr/>
        </p:nvSpPr>
        <p:spPr>
          <a:xfrm>
            <a:off x="10491476" y="-1512209"/>
            <a:ext cx="878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attunet</a:t>
            </a:r>
            <a:endParaRPr lang="en-US" dirty="0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16D7D09F-1486-4908-BD8C-4CE0F69EC2FE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63" y="-1056985"/>
            <a:ext cx="914400" cy="609219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E507381E-9F58-4A6E-8015-CBD52A0FF040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5650" y="-333302"/>
            <a:ext cx="914400" cy="609219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A2F8265E-FDF1-439E-B822-D996DE88F5F2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4133" y="334977"/>
            <a:ext cx="914400" cy="1194427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8A66BBB3-F2BC-4C15-8580-2C62EA52FD6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118" y="1635732"/>
            <a:ext cx="914400" cy="137160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A2FDF0AE-33B5-4B00-8BDF-63E5515BA4AA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476" y="3113659"/>
            <a:ext cx="914400" cy="609219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3DB9DE5-2662-4EB8-BDB3-64333E873291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47" y="4008903"/>
            <a:ext cx="914400" cy="60579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02118E91-5300-486E-AD1E-FC8A3320945A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750" y="4016884"/>
            <a:ext cx="914400" cy="60579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EED0FAB3-385B-4155-A5C3-921F1FEE5B7D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632" y="4052952"/>
            <a:ext cx="914400" cy="60579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C1B8E3EC-45C3-415F-A696-A3BBD4ECBFA7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884" y="4025303"/>
            <a:ext cx="914400" cy="605790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E7DA58D1-D318-4F48-9269-B1FA7BA7BE3D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508" y="4052952"/>
            <a:ext cx="914400" cy="60579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809D8B47-29F6-4698-8D92-C0EB1A9FF638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749" y="4056893"/>
            <a:ext cx="914400" cy="605790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CCA5AE41-7270-45A1-BE09-D4123379B669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039" y="3987405"/>
            <a:ext cx="914400" cy="60579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5190F2AE-571F-426C-B72A-FEE86D9B8095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476" y="3967247"/>
            <a:ext cx="914400" cy="605790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96A770A-5B6E-4E98-B4B5-D3070FEC3BC3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89" y="4788526"/>
            <a:ext cx="914400" cy="608492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38AD6EC8-8BD3-44F0-AA8E-B1993A58CBC1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750" y="4732927"/>
            <a:ext cx="914400" cy="608492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FD1D4180-89A8-45A4-A84E-A74D140A7ED2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476" y="4682793"/>
            <a:ext cx="914400" cy="608492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9F5F617D-D497-4546-9F59-7569391F05AB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284" y="4773361"/>
            <a:ext cx="914400" cy="608492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4CBC0A76-8369-45F7-B9F4-58BE21A6E1D2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945" y="4745274"/>
            <a:ext cx="914400" cy="608492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AC33CAFD-6284-4949-8920-86B85D70E59E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668" y="4773361"/>
            <a:ext cx="914400" cy="608492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318077BD-D762-4B5F-88B2-0222C3307EBB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391" y="4788526"/>
            <a:ext cx="914400" cy="608492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5DD287C1-3701-45D8-91C5-DDC5E7707909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288" y="4732927"/>
            <a:ext cx="914400" cy="6084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A94656C-0CDB-4A60-A811-F317687FB4D4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89" y="5852081"/>
            <a:ext cx="914400" cy="67094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3DA46DF-E088-4624-9B0A-03D987F5125B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249" y="5855239"/>
            <a:ext cx="914400" cy="67094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B7DA2DF-DB11-42E8-B399-AD8E808547B8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042" y="5887403"/>
            <a:ext cx="914400" cy="67094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E186832-5961-4B2E-9295-441F826DC623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476" y="5698258"/>
            <a:ext cx="914400" cy="67094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B523E6F-3716-4757-ABDE-6EE18EEBB676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931" y="5804856"/>
            <a:ext cx="914400" cy="67094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A12B531-02AB-40FB-98D0-B524EF237682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488" y="5796667"/>
            <a:ext cx="914400" cy="67094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70ECFCB-E8FA-465C-9228-02F97F2427AB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034" y="5813914"/>
            <a:ext cx="914400" cy="67094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FCD8F4A-A7F0-4733-99EA-E8CE9E9291D5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039" y="5698258"/>
            <a:ext cx="914400" cy="67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773B4F-0AD9-49F2-85B4-CD957F66437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845" y="232651"/>
            <a:ext cx="91440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55DB32-EAE7-4604-9A94-CAAD6A25B4C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115" y="232651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C91D2E-212B-4870-9E89-E59A80DA9802}"/>
              </a:ext>
            </a:extLst>
          </p:cNvPr>
          <p:cNvSpPr txBox="1"/>
          <p:nvPr/>
        </p:nvSpPr>
        <p:spPr>
          <a:xfrm>
            <a:off x="1762114" y="-1466042"/>
            <a:ext cx="14248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truth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BBE14F-04D7-410E-ABE8-9590A3790A9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845" y="1236173"/>
            <a:ext cx="914400" cy="914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7BE061-A30B-4135-86A5-D20A7B7D049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634" y="1236173"/>
            <a:ext cx="914400" cy="914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8BAD73-FA7E-4D62-B5B1-E5332D5E8817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906" y="2236756"/>
            <a:ext cx="914400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1A6D91-945F-4C20-9155-0AC8C06A558E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640" y="2236756"/>
            <a:ext cx="914400" cy="91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C293C3-AA82-4DB6-984F-1329670FA845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845" y="3233916"/>
            <a:ext cx="914400" cy="914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15C862-ABA0-4375-98C5-946356442A5C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182" y="3233916"/>
            <a:ext cx="914400" cy="914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225E19C-F1A6-451D-9F5B-B78B143D23DF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015" y="4203518"/>
            <a:ext cx="914400" cy="914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C7ADC0B-77DA-463F-B9D5-B4DB02C71615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046" y="4203518"/>
            <a:ext cx="914400" cy="914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822FCB7-922C-4225-9070-0DA54722EAA7}"/>
              </a:ext>
            </a:extLst>
          </p:cNvPr>
          <p:cNvSpPr txBox="1"/>
          <p:nvPr/>
        </p:nvSpPr>
        <p:spPr>
          <a:xfrm>
            <a:off x="3118173" y="-1442596"/>
            <a:ext cx="609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Enet</a:t>
            </a:r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B5B8F69-D534-4391-A37B-A463F304F40A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385" y="232651"/>
            <a:ext cx="914400" cy="9144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106FC90-BC6E-40F3-B1EF-043BA295436A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423" y="1236173"/>
            <a:ext cx="914400" cy="9144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9A5FC1E-33A1-4222-A6DE-B2314467223D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374" y="2236756"/>
            <a:ext cx="914400" cy="9144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6755D19-546E-450C-B6C0-9029F791CCAB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19" y="3233916"/>
            <a:ext cx="914400" cy="9144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CFA6B1B-1718-47C7-A82C-6F10719826C9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077" y="4203518"/>
            <a:ext cx="914400" cy="914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980A87E-9B52-48CA-9473-361EB39C9AAF}"/>
              </a:ext>
            </a:extLst>
          </p:cNvPr>
          <p:cNvSpPr txBox="1"/>
          <p:nvPr/>
        </p:nvSpPr>
        <p:spPr>
          <a:xfrm>
            <a:off x="3982127" y="-1439283"/>
            <a:ext cx="560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FCN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5231236-4544-4C58-A75A-9268A77F3BB4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487" y="232651"/>
            <a:ext cx="914400" cy="9144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F946399-3B66-4625-850E-DF9EA15A3B47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718" y="1239112"/>
            <a:ext cx="914400" cy="914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05167A4-353A-4CC9-92B9-BD0676BBFA6C}"/>
              </a:ext>
            </a:extLst>
          </p:cNvPr>
          <p:cNvPicPr>
            <a:picLocks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614" y="2239695"/>
            <a:ext cx="914400" cy="9144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1383890-7AE2-4914-B3F0-42D96E9D25FC}"/>
              </a:ext>
            </a:extLst>
          </p:cNvPr>
          <p:cNvPicPr>
            <a:picLocks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362" y="3236855"/>
            <a:ext cx="914400" cy="9144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A846B29-3AF6-48DD-93D9-056AC67B97F1}"/>
              </a:ext>
            </a:extLst>
          </p:cNvPr>
          <p:cNvPicPr>
            <a:picLocks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614" y="4206457"/>
            <a:ext cx="914400" cy="9144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19613E3-04FA-44FC-9769-3EC02C07D524}"/>
              </a:ext>
            </a:extLst>
          </p:cNvPr>
          <p:cNvSpPr txBox="1"/>
          <p:nvPr/>
        </p:nvSpPr>
        <p:spPr>
          <a:xfrm>
            <a:off x="7590702" y="-1428338"/>
            <a:ext cx="13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transformer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2EF59ED0-4DC7-4ED0-A9DF-853BBAC1C3F7}"/>
              </a:ext>
            </a:extLst>
          </p:cNvPr>
          <p:cNvPicPr>
            <a:picLocks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614" y="232651"/>
            <a:ext cx="914400" cy="9144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9558A45-546E-4AC8-AD06-D6FD9A9AE0EA}"/>
              </a:ext>
            </a:extLst>
          </p:cNvPr>
          <p:cNvPicPr>
            <a:picLocks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765" y="1236173"/>
            <a:ext cx="914400" cy="9144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693E880-2425-4C4C-B7EC-C6EC821C0021}"/>
              </a:ext>
            </a:extLst>
          </p:cNvPr>
          <p:cNvPicPr>
            <a:picLocks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606" y="2236756"/>
            <a:ext cx="914400" cy="914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2C8FD734-4B22-46C6-9975-259C09F282AB}"/>
              </a:ext>
            </a:extLst>
          </p:cNvPr>
          <p:cNvPicPr>
            <a:picLocks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957" y="3233916"/>
            <a:ext cx="914400" cy="9144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6FB6514-643F-4BCC-AF3B-2B2D2975FFA8}"/>
              </a:ext>
            </a:extLst>
          </p:cNvPr>
          <p:cNvPicPr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903" y="4203518"/>
            <a:ext cx="914400" cy="9144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E24B4523-31C1-4347-BFDF-C073CF734F75}"/>
              </a:ext>
            </a:extLst>
          </p:cNvPr>
          <p:cNvSpPr txBox="1"/>
          <p:nvPr/>
        </p:nvSpPr>
        <p:spPr>
          <a:xfrm>
            <a:off x="4852839" y="-1432470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LRASPP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D4145B65-29D3-4ADF-81F0-9652C1011EF1}"/>
              </a:ext>
            </a:extLst>
          </p:cNvPr>
          <p:cNvPicPr>
            <a:picLocks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959" y="232651"/>
            <a:ext cx="914400" cy="9144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84A5FC8E-EFB7-48B7-A3C2-DC5A872574C9}"/>
              </a:ext>
            </a:extLst>
          </p:cNvPr>
          <p:cNvPicPr>
            <a:picLocks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554" y="1236173"/>
            <a:ext cx="914400" cy="9144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D773C08-DF0F-4356-A1B3-5FF214F387AA}"/>
              </a:ext>
            </a:extLst>
          </p:cNvPr>
          <p:cNvPicPr>
            <a:picLocks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340" y="2236756"/>
            <a:ext cx="914400" cy="9144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977779E7-1CF9-40A0-9BBC-B071E0B6BACD}"/>
              </a:ext>
            </a:extLst>
          </p:cNvPr>
          <p:cNvPicPr>
            <a:picLocks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294" y="3233916"/>
            <a:ext cx="914400" cy="9144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9D3C346D-F049-4039-8B88-21DF38248764}"/>
              </a:ext>
            </a:extLst>
          </p:cNvPr>
          <p:cNvPicPr>
            <a:picLocks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934" y="4203518"/>
            <a:ext cx="914400" cy="914400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A768707A-3F27-4D02-B49B-537F45957DBD}"/>
              </a:ext>
            </a:extLst>
          </p:cNvPr>
          <p:cNvSpPr txBox="1"/>
          <p:nvPr/>
        </p:nvSpPr>
        <p:spPr>
          <a:xfrm>
            <a:off x="5736414" y="-1442596"/>
            <a:ext cx="619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unet</a:t>
            </a:r>
            <a:endParaRPr lang="en-US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25AE5A7B-6F6C-4BB9-ABEB-916313B2AD45}"/>
              </a:ext>
            </a:extLst>
          </p:cNvPr>
          <p:cNvPicPr>
            <a:picLocks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229" y="232651"/>
            <a:ext cx="914400" cy="9144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ED7266CC-FCFC-4C54-B2A9-FFC629EA2CE3}"/>
              </a:ext>
            </a:extLst>
          </p:cNvPr>
          <p:cNvPicPr>
            <a:picLocks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343" y="1236173"/>
            <a:ext cx="914400" cy="91440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418651D5-047B-4111-BD4C-389B8E853C17}"/>
              </a:ext>
            </a:extLst>
          </p:cNvPr>
          <p:cNvPicPr>
            <a:picLocks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074" y="2236756"/>
            <a:ext cx="914400" cy="91440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1F8F778D-53D3-4FAD-BCA3-36524F301505}"/>
              </a:ext>
            </a:extLst>
          </p:cNvPr>
          <p:cNvPicPr>
            <a:picLocks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631" y="3233916"/>
            <a:ext cx="914400" cy="9144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45705C02-59B7-448C-9AA1-243755A37902}"/>
              </a:ext>
            </a:extLst>
          </p:cNvPr>
          <p:cNvPicPr>
            <a:picLocks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965" y="4203518"/>
            <a:ext cx="914400" cy="91440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21FB307C-C593-4823-94D6-C74FE6339BAC}"/>
              </a:ext>
            </a:extLst>
          </p:cNvPr>
          <p:cNvSpPr txBox="1"/>
          <p:nvPr/>
        </p:nvSpPr>
        <p:spPr>
          <a:xfrm>
            <a:off x="6619989" y="-1432470"/>
            <a:ext cx="878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attunet</a:t>
            </a:r>
            <a:endParaRPr lang="en-US" dirty="0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16D7D09F-1486-4908-BD8C-4CE0F69EC2FE}"/>
              </a:ext>
            </a:extLst>
          </p:cNvPr>
          <p:cNvPicPr>
            <a:picLocks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500" y="232651"/>
            <a:ext cx="914400" cy="91440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E507381E-9F58-4A6E-8015-CBD52A0FF040}"/>
              </a:ext>
            </a:extLst>
          </p:cNvPr>
          <p:cNvPicPr>
            <a:picLocks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130" y="1236173"/>
            <a:ext cx="914400" cy="91440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A2F8265E-FDF1-439E-B822-D996DE88F5F2}"/>
              </a:ext>
            </a:extLst>
          </p:cNvPr>
          <p:cNvPicPr>
            <a:picLocks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809" y="2236756"/>
            <a:ext cx="914400" cy="914400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8A66BBB3-F2BC-4C15-8580-2C62EA52FD67}"/>
              </a:ext>
            </a:extLst>
          </p:cNvPr>
          <p:cNvPicPr>
            <a:picLocks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2970" y="3233916"/>
            <a:ext cx="914400" cy="91440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A2FDF0AE-33B5-4B00-8BDF-63E5515BA4AA}"/>
              </a:ext>
            </a:extLst>
          </p:cNvPr>
          <p:cNvPicPr>
            <a:picLocks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995" y="4213592"/>
            <a:ext cx="914400" cy="91440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3DB9DE5-2662-4EB8-BDB3-64333E873291}"/>
              </a:ext>
            </a:extLst>
          </p:cNvPr>
          <p:cNvPicPr>
            <a:picLocks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734" y="5183194"/>
            <a:ext cx="914400" cy="91440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02118E91-5300-486E-AD1E-FC8A3320945A}"/>
              </a:ext>
            </a:extLst>
          </p:cNvPr>
          <p:cNvPicPr>
            <a:picLocks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557" y="5183194"/>
            <a:ext cx="914400" cy="91440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EED0FAB3-385B-4155-A5C3-921F1FEE5B7D}"/>
              </a:ext>
            </a:extLst>
          </p:cNvPr>
          <p:cNvPicPr>
            <a:picLocks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380" y="5183194"/>
            <a:ext cx="914400" cy="91440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C1B8E3EC-45C3-415F-A696-A3BBD4ECBFA7}"/>
              </a:ext>
            </a:extLst>
          </p:cNvPr>
          <p:cNvPicPr>
            <a:picLocks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709" y="5186133"/>
            <a:ext cx="914400" cy="914400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E7DA58D1-D318-4F48-9269-B1FA7BA7BE3D}"/>
              </a:ext>
            </a:extLst>
          </p:cNvPr>
          <p:cNvPicPr>
            <a:picLocks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790" y="5183194"/>
            <a:ext cx="914400" cy="91440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809D8B47-29F6-4698-8D92-C0EB1A9FF638}"/>
              </a:ext>
            </a:extLst>
          </p:cNvPr>
          <p:cNvPicPr>
            <a:picLocks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613" y="5183194"/>
            <a:ext cx="914400" cy="914400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CCA5AE41-7270-45A1-BE09-D4123379B669}"/>
              </a:ext>
            </a:extLst>
          </p:cNvPr>
          <p:cNvPicPr>
            <a:picLocks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436" y="5183194"/>
            <a:ext cx="914400" cy="91440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5190F2AE-571F-426C-B72A-FEE86D9B8095}"/>
              </a:ext>
            </a:extLst>
          </p:cNvPr>
          <p:cNvPicPr>
            <a:picLocks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257" y="5183194"/>
            <a:ext cx="914400" cy="914400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96A770A-5B6E-4E98-B4B5-D3070FEC3BC3}"/>
              </a:ext>
            </a:extLst>
          </p:cNvPr>
          <p:cNvPicPr>
            <a:picLocks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199" y="6180354"/>
            <a:ext cx="914400" cy="914400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38AD6EC8-8BD3-44F0-AA8E-B1993A58CBC1}"/>
              </a:ext>
            </a:extLst>
          </p:cNvPr>
          <p:cNvPicPr>
            <a:picLocks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867" y="6180354"/>
            <a:ext cx="914400" cy="914400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FD1D4180-89A8-45A4-A84E-A74D140A7ED2}"/>
              </a:ext>
            </a:extLst>
          </p:cNvPr>
          <p:cNvPicPr>
            <a:picLocks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7642" y="6180354"/>
            <a:ext cx="914400" cy="914400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9F5F617D-D497-4546-9F59-7569391F05AB}"/>
              </a:ext>
            </a:extLst>
          </p:cNvPr>
          <p:cNvPicPr>
            <a:picLocks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535" y="6180354"/>
            <a:ext cx="914400" cy="914400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4CBC0A76-8369-45F7-B9F4-58BE21A6E1D2}"/>
              </a:ext>
            </a:extLst>
          </p:cNvPr>
          <p:cNvPicPr>
            <a:picLocks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709" y="6183293"/>
            <a:ext cx="914400" cy="914400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AC33CAFD-6284-4949-8920-86B85D70E59E}"/>
              </a:ext>
            </a:extLst>
          </p:cNvPr>
          <p:cNvPicPr>
            <a:picLocks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635" y="6180354"/>
            <a:ext cx="914400" cy="914400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318077BD-D762-4B5F-88B2-0222C3307EBB}"/>
              </a:ext>
            </a:extLst>
          </p:cNvPr>
          <p:cNvPicPr>
            <a:picLocks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303" y="6180354"/>
            <a:ext cx="914400" cy="914400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5DD287C1-3701-45D8-91C5-DDC5E7707909}"/>
              </a:ext>
            </a:extLst>
          </p:cNvPr>
          <p:cNvPicPr>
            <a:picLocks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971" y="6180354"/>
            <a:ext cx="914400" cy="91440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D09433B9-ED29-D48A-E77A-F70626B05C6A}"/>
              </a:ext>
            </a:extLst>
          </p:cNvPr>
          <p:cNvSpPr txBox="1"/>
          <p:nvPr/>
        </p:nvSpPr>
        <p:spPr>
          <a:xfrm>
            <a:off x="2290361" y="707575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6446A68-9111-2F81-6D3C-C01C5E8AC1E1}"/>
              </a:ext>
            </a:extLst>
          </p:cNvPr>
          <p:cNvSpPr txBox="1"/>
          <p:nvPr/>
        </p:nvSpPr>
        <p:spPr>
          <a:xfrm>
            <a:off x="3266533" y="707575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DED9DE-A390-4B16-4398-8EBBDA6D1825}"/>
              </a:ext>
            </a:extLst>
          </p:cNvPr>
          <p:cNvSpPr txBox="1"/>
          <p:nvPr/>
        </p:nvSpPr>
        <p:spPr>
          <a:xfrm>
            <a:off x="4255529" y="707575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2D18CD0-B37F-3BBE-443C-1BAC641DDD4E}"/>
              </a:ext>
            </a:extLst>
          </p:cNvPr>
          <p:cNvSpPr txBox="1"/>
          <p:nvPr/>
        </p:nvSpPr>
        <p:spPr>
          <a:xfrm>
            <a:off x="5231701" y="707575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A85DC82-4EBF-7FA1-17E1-8986B398BCDA}"/>
              </a:ext>
            </a:extLst>
          </p:cNvPr>
          <p:cNvSpPr txBox="1"/>
          <p:nvPr/>
        </p:nvSpPr>
        <p:spPr>
          <a:xfrm>
            <a:off x="6220697" y="707575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BFFB9B8-47AA-133B-94B8-21F0654F6EF4}"/>
              </a:ext>
            </a:extLst>
          </p:cNvPr>
          <p:cNvSpPr txBox="1"/>
          <p:nvPr/>
        </p:nvSpPr>
        <p:spPr>
          <a:xfrm>
            <a:off x="7196869" y="70757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440D05E-E46A-FC21-4EAD-299CB70F1782}"/>
              </a:ext>
            </a:extLst>
          </p:cNvPr>
          <p:cNvSpPr txBox="1"/>
          <p:nvPr/>
        </p:nvSpPr>
        <p:spPr>
          <a:xfrm>
            <a:off x="8147393" y="707575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8CB53BC-147F-E6D0-8CD2-DD2FD4A55988}"/>
              </a:ext>
            </a:extLst>
          </p:cNvPr>
          <p:cNvSpPr txBox="1"/>
          <p:nvPr/>
        </p:nvSpPr>
        <p:spPr>
          <a:xfrm>
            <a:off x="9136387" y="707575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</a:t>
            </a:r>
          </a:p>
        </p:txBody>
      </p:sp>
    </p:spTree>
    <p:extLst>
      <p:ext uri="{BB962C8B-B14F-4D97-AF65-F5344CB8AC3E}">
        <p14:creationId xmlns:p14="http://schemas.microsoft.com/office/powerpoint/2010/main" val="229113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773B4F-0AD9-49F2-85B4-CD957F66437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845" y="232651"/>
            <a:ext cx="91440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55DB32-EAE7-4604-9A94-CAAD6A25B4C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115" y="232651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C91D2E-212B-4870-9E89-E59A80DA9802}"/>
              </a:ext>
            </a:extLst>
          </p:cNvPr>
          <p:cNvSpPr txBox="1"/>
          <p:nvPr/>
        </p:nvSpPr>
        <p:spPr>
          <a:xfrm>
            <a:off x="1762114" y="-1466042"/>
            <a:ext cx="14248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truth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BBE14F-04D7-410E-ABE8-9590A3790A9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845" y="1236173"/>
            <a:ext cx="914400" cy="914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7BE061-A30B-4135-86A5-D20A7B7D049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634" y="1236173"/>
            <a:ext cx="914400" cy="914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8BAD73-FA7E-4D62-B5B1-E5332D5E8817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906" y="2236756"/>
            <a:ext cx="914400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1A6D91-945F-4C20-9155-0AC8C06A558E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640" y="2236756"/>
            <a:ext cx="914400" cy="91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C293C3-AA82-4DB6-984F-1329670FA845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845" y="3233916"/>
            <a:ext cx="914400" cy="914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15C862-ABA0-4375-98C5-946356442A5C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182" y="3233916"/>
            <a:ext cx="914400" cy="914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225E19C-F1A6-451D-9F5B-B78B143D23DF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015" y="4203518"/>
            <a:ext cx="914400" cy="914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C7ADC0B-77DA-463F-B9D5-B4DB02C71615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046" y="4203518"/>
            <a:ext cx="914400" cy="914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822FCB7-922C-4225-9070-0DA54722EAA7}"/>
              </a:ext>
            </a:extLst>
          </p:cNvPr>
          <p:cNvSpPr txBox="1"/>
          <p:nvPr/>
        </p:nvSpPr>
        <p:spPr>
          <a:xfrm>
            <a:off x="3118173" y="-1442596"/>
            <a:ext cx="609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Enet</a:t>
            </a:r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B5B8F69-D534-4391-A37B-A463F304F40A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385" y="232651"/>
            <a:ext cx="914400" cy="9144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106FC90-BC6E-40F3-B1EF-043BA295436A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423" y="1236173"/>
            <a:ext cx="914400" cy="9144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9A5FC1E-33A1-4222-A6DE-B2314467223D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374" y="2236756"/>
            <a:ext cx="914400" cy="9144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6755D19-546E-450C-B6C0-9029F791CCAB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19" y="3233916"/>
            <a:ext cx="914400" cy="9144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CFA6B1B-1718-47C7-A82C-6F10719826C9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077" y="4203518"/>
            <a:ext cx="914400" cy="914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980A87E-9B52-48CA-9473-361EB39C9AAF}"/>
              </a:ext>
            </a:extLst>
          </p:cNvPr>
          <p:cNvSpPr txBox="1"/>
          <p:nvPr/>
        </p:nvSpPr>
        <p:spPr>
          <a:xfrm>
            <a:off x="3982127" y="-1439283"/>
            <a:ext cx="560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FCN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5231236-4544-4C58-A75A-9268A77F3BB4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487" y="232651"/>
            <a:ext cx="914400" cy="9144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F946399-3B66-4625-850E-DF9EA15A3B47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718" y="1239112"/>
            <a:ext cx="914400" cy="914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05167A4-353A-4CC9-92B9-BD0676BBFA6C}"/>
              </a:ext>
            </a:extLst>
          </p:cNvPr>
          <p:cNvPicPr>
            <a:picLocks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614" y="2239695"/>
            <a:ext cx="914400" cy="9144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1383890-7AE2-4914-B3F0-42D96E9D25FC}"/>
              </a:ext>
            </a:extLst>
          </p:cNvPr>
          <p:cNvPicPr>
            <a:picLocks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362" y="3236855"/>
            <a:ext cx="914400" cy="9144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A846B29-3AF6-48DD-93D9-056AC67B97F1}"/>
              </a:ext>
            </a:extLst>
          </p:cNvPr>
          <p:cNvPicPr>
            <a:picLocks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614" y="4206457"/>
            <a:ext cx="914400" cy="9144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19613E3-04FA-44FC-9769-3EC02C07D524}"/>
              </a:ext>
            </a:extLst>
          </p:cNvPr>
          <p:cNvSpPr txBox="1"/>
          <p:nvPr/>
        </p:nvSpPr>
        <p:spPr>
          <a:xfrm>
            <a:off x="7590702" y="-1428338"/>
            <a:ext cx="13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transformer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2EF59ED0-4DC7-4ED0-A9DF-853BBAC1C3F7}"/>
              </a:ext>
            </a:extLst>
          </p:cNvPr>
          <p:cNvPicPr>
            <a:picLocks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614" y="232651"/>
            <a:ext cx="914400" cy="9144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9558A45-546E-4AC8-AD06-D6FD9A9AE0EA}"/>
              </a:ext>
            </a:extLst>
          </p:cNvPr>
          <p:cNvPicPr>
            <a:picLocks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765" y="1236173"/>
            <a:ext cx="914400" cy="9144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693E880-2425-4C4C-B7EC-C6EC821C0021}"/>
              </a:ext>
            </a:extLst>
          </p:cNvPr>
          <p:cNvPicPr>
            <a:picLocks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606" y="2236756"/>
            <a:ext cx="914400" cy="914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2C8FD734-4B22-46C6-9975-259C09F282AB}"/>
              </a:ext>
            </a:extLst>
          </p:cNvPr>
          <p:cNvPicPr>
            <a:picLocks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957" y="3233916"/>
            <a:ext cx="914400" cy="9144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6FB6514-643F-4BCC-AF3B-2B2D2975FFA8}"/>
              </a:ext>
            </a:extLst>
          </p:cNvPr>
          <p:cNvPicPr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903" y="4203518"/>
            <a:ext cx="914400" cy="9144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E24B4523-31C1-4347-BFDF-C073CF734F75}"/>
              </a:ext>
            </a:extLst>
          </p:cNvPr>
          <p:cNvSpPr txBox="1"/>
          <p:nvPr/>
        </p:nvSpPr>
        <p:spPr>
          <a:xfrm>
            <a:off x="4852839" y="-1432470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LRASPP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D4145B65-29D3-4ADF-81F0-9652C1011EF1}"/>
              </a:ext>
            </a:extLst>
          </p:cNvPr>
          <p:cNvPicPr>
            <a:picLocks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959" y="232651"/>
            <a:ext cx="914400" cy="9144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84A5FC8E-EFB7-48B7-A3C2-DC5A872574C9}"/>
              </a:ext>
            </a:extLst>
          </p:cNvPr>
          <p:cNvPicPr>
            <a:picLocks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554" y="1236173"/>
            <a:ext cx="914400" cy="9144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D773C08-DF0F-4356-A1B3-5FF214F387AA}"/>
              </a:ext>
            </a:extLst>
          </p:cNvPr>
          <p:cNvPicPr>
            <a:picLocks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340" y="2236756"/>
            <a:ext cx="914400" cy="9144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977779E7-1CF9-40A0-9BBC-B071E0B6BACD}"/>
              </a:ext>
            </a:extLst>
          </p:cNvPr>
          <p:cNvPicPr>
            <a:picLocks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294" y="3233916"/>
            <a:ext cx="914400" cy="9144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9D3C346D-F049-4039-8B88-21DF38248764}"/>
              </a:ext>
            </a:extLst>
          </p:cNvPr>
          <p:cNvPicPr>
            <a:picLocks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934" y="4203518"/>
            <a:ext cx="914400" cy="914400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A768707A-3F27-4D02-B49B-537F45957DBD}"/>
              </a:ext>
            </a:extLst>
          </p:cNvPr>
          <p:cNvSpPr txBox="1"/>
          <p:nvPr/>
        </p:nvSpPr>
        <p:spPr>
          <a:xfrm>
            <a:off x="5736414" y="-1442596"/>
            <a:ext cx="619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unet</a:t>
            </a:r>
            <a:endParaRPr lang="en-US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25AE5A7B-6F6C-4BB9-ABEB-916313B2AD45}"/>
              </a:ext>
            </a:extLst>
          </p:cNvPr>
          <p:cNvPicPr>
            <a:picLocks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229" y="232651"/>
            <a:ext cx="914400" cy="9144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ED7266CC-FCFC-4C54-B2A9-FFC629EA2CE3}"/>
              </a:ext>
            </a:extLst>
          </p:cNvPr>
          <p:cNvPicPr>
            <a:picLocks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343" y="1236173"/>
            <a:ext cx="914400" cy="91440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418651D5-047B-4111-BD4C-389B8E853C17}"/>
              </a:ext>
            </a:extLst>
          </p:cNvPr>
          <p:cNvPicPr>
            <a:picLocks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074" y="2236756"/>
            <a:ext cx="914400" cy="91440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1F8F778D-53D3-4FAD-BCA3-36524F301505}"/>
              </a:ext>
            </a:extLst>
          </p:cNvPr>
          <p:cNvPicPr>
            <a:picLocks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631" y="3233916"/>
            <a:ext cx="914400" cy="9144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45705C02-59B7-448C-9AA1-243755A37902}"/>
              </a:ext>
            </a:extLst>
          </p:cNvPr>
          <p:cNvPicPr>
            <a:picLocks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965" y="4203518"/>
            <a:ext cx="914400" cy="91440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21FB307C-C593-4823-94D6-C74FE6339BAC}"/>
              </a:ext>
            </a:extLst>
          </p:cNvPr>
          <p:cNvSpPr txBox="1"/>
          <p:nvPr/>
        </p:nvSpPr>
        <p:spPr>
          <a:xfrm>
            <a:off x="6619989" y="-1432470"/>
            <a:ext cx="878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attunet</a:t>
            </a:r>
            <a:endParaRPr lang="en-US" dirty="0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16D7D09F-1486-4908-BD8C-4CE0F69EC2FE}"/>
              </a:ext>
            </a:extLst>
          </p:cNvPr>
          <p:cNvPicPr>
            <a:picLocks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500" y="232651"/>
            <a:ext cx="914400" cy="91440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E507381E-9F58-4A6E-8015-CBD52A0FF040}"/>
              </a:ext>
            </a:extLst>
          </p:cNvPr>
          <p:cNvPicPr>
            <a:picLocks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130" y="1236173"/>
            <a:ext cx="914400" cy="91440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A2F8265E-FDF1-439E-B822-D996DE88F5F2}"/>
              </a:ext>
            </a:extLst>
          </p:cNvPr>
          <p:cNvPicPr>
            <a:picLocks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809" y="2236756"/>
            <a:ext cx="914400" cy="914400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8A66BBB3-F2BC-4C15-8580-2C62EA52FD67}"/>
              </a:ext>
            </a:extLst>
          </p:cNvPr>
          <p:cNvPicPr>
            <a:picLocks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2970" y="3233916"/>
            <a:ext cx="914400" cy="91440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A2FDF0AE-33B5-4B00-8BDF-63E5515BA4AA}"/>
              </a:ext>
            </a:extLst>
          </p:cNvPr>
          <p:cNvPicPr>
            <a:picLocks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995" y="4213592"/>
            <a:ext cx="914400" cy="91440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3DB9DE5-2662-4EB8-BDB3-64333E873291}"/>
              </a:ext>
            </a:extLst>
          </p:cNvPr>
          <p:cNvPicPr>
            <a:picLocks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734" y="5183194"/>
            <a:ext cx="914400" cy="91440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02118E91-5300-486E-AD1E-FC8A3320945A}"/>
              </a:ext>
            </a:extLst>
          </p:cNvPr>
          <p:cNvPicPr>
            <a:picLocks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557" y="5183194"/>
            <a:ext cx="914400" cy="91440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EED0FAB3-385B-4155-A5C3-921F1FEE5B7D}"/>
              </a:ext>
            </a:extLst>
          </p:cNvPr>
          <p:cNvPicPr>
            <a:picLocks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380" y="5183194"/>
            <a:ext cx="914400" cy="91440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C1B8E3EC-45C3-415F-A696-A3BBD4ECBFA7}"/>
              </a:ext>
            </a:extLst>
          </p:cNvPr>
          <p:cNvPicPr>
            <a:picLocks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709" y="5186133"/>
            <a:ext cx="914400" cy="914400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E7DA58D1-D318-4F48-9269-B1FA7BA7BE3D}"/>
              </a:ext>
            </a:extLst>
          </p:cNvPr>
          <p:cNvPicPr>
            <a:picLocks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790" y="5183194"/>
            <a:ext cx="914400" cy="91440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809D8B47-29F6-4698-8D92-C0EB1A9FF638}"/>
              </a:ext>
            </a:extLst>
          </p:cNvPr>
          <p:cNvPicPr>
            <a:picLocks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613" y="5183194"/>
            <a:ext cx="914400" cy="914400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CCA5AE41-7270-45A1-BE09-D4123379B669}"/>
              </a:ext>
            </a:extLst>
          </p:cNvPr>
          <p:cNvPicPr>
            <a:picLocks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436" y="5183194"/>
            <a:ext cx="914400" cy="91440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5190F2AE-571F-426C-B72A-FEE86D9B8095}"/>
              </a:ext>
            </a:extLst>
          </p:cNvPr>
          <p:cNvPicPr>
            <a:picLocks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257" y="5183194"/>
            <a:ext cx="914400" cy="914400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96A770A-5B6E-4E98-B4B5-D3070FEC3BC3}"/>
              </a:ext>
            </a:extLst>
          </p:cNvPr>
          <p:cNvPicPr>
            <a:picLocks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199" y="6180354"/>
            <a:ext cx="914400" cy="914400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38AD6EC8-8BD3-44F0-AA8E-B1993A58CBC1}"/>
              </a:ext>
            </a:extLst>
          </p:cNvPr>
          <p:cNvPicPr>
            <a:picLocks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867" y="6180354"/>
            <a:ext cx="914400" cy="914400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FD1D4180-89A8-45A4-A84E-A74D140A7ED2}"/>
              </a:ext>
            </a:extLst>
          </p:cNvPr>
          <p:cNvPicPr>
            <a:picLocks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7642" y="6180354"/>
            <a:ext cx="914400" cy="914400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9F5F617D-D497-4546-9F59-7569391F05AB}"/>
              </a:ext>
            </a:extLst>
          </p:cNvPr>
          <p:cNvPicPr>
            <a:picLocks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535" y="6180354"/>
            <a:ext cx="914400" cy="914400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4CBC0A76-8369-45F7-B9F4-58BE21A6E1D2}"/>
              </a:ext>
            </a:extLst>
          </p:cNvPr>
          <p:cNvPicPr>
            <a:picLocks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709" y="6183293"/>
            <a:ext cx="914400" cy="914400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AC33CAFD-6284-4949-8920-86B85D70E59E}"/>
              </a:ext>
            </a:extLst>
          </p:cNvPr>
          <p:cNvPicPr>
            <a:picLocks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635" y="6180354"/>
            <a:ext cx="914400" cy="914400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318077BD-D762-4B5F-88B2-0222C3307EBB}"/>
              </a:ext>
            </a:extLst>
          </p:cNvPr>
          <p:cNvPicPr>
            <a:picLocks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303" y="6180354"/>
            <a:ext cx="914400" cy="914400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5DD287C1-3701-45D8-91C5-DDC5E7707909}"/>
              </a:ext>
            </a:extLst>
          </p:cNvPr>
          <p:cNvPicPr>
            <a:picLocks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971" y="6180354"/>
            <a:ext cx="914400" cy="91440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D09433B9-ED29-D48A-E77A-F70626B05C6A}"/>
              </a:ext>
            </a:extLst>
          </p:cNvPr>
          <p:cNvSpPr txBox="1"/>
          <p:nvPr/>
        </p:nvSpPr>
        <p:spPr>
          <a:xfrm>
            <a:off x="2290361" y="707575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6446A68-9111-2F81-6D3C-C01C5E8AC1E1}"/>
              </a:ext>
            </a:extLst>
          </p:cNvPr>
          <p:cNvSpPr txBox="1"/>
          <p:nvPr/>
        </p:nvSpPr>
        <p:spPr>
          <a:xfrm>
            <a:off x="3266533" y="707575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DED9DE-A390-4B16-4398-8EBBDA6D1825}"/>
              </a:ext>
            </a:extLst>
          </p:cNvPr>
          <p:cNvSpPr txBox="1"/>
          <p:nvPr/>
        </p:nvSpPr>
        <p:spPr>
          <a:xfrm>
            <a:off x="4255529" y="707575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2D18CD0-B37F-3BBE-443C-1BAC641DDD4E}"/>
              </a:ext>
            </a:extLst>
          </p:cNvPr>
          <p:cNvSpPr txBox="1"/>
          <p:nvPr/>
        </p:nvSpPr>
        <p:spPr>
          <a:xfrm>
            <a:off x="5231701" y="707575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A85DC82-4EBF-7FA1-17E1-8986B398BCDA}"/>
              </a:ext>
            </a:extLst>
          </p:cNvPr>
          <p:cNvSpPr txBox="1"/>
          <p:nvPr/>
        </p:nvSpPr>
        <p:spPr>
          <a:xfrm>
            <a:off x="6220697" y="707575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BFFB9B8-47AA-133B-94B8-21F0654F6EF4}"/>
              </a:ext>
            </a:extLst>
          </p:cNvPr>
          <p:cNvSpPr txBox="1"/>
          <p:nvPr/>
        </p:nvSpPr>
        <p:spPr>
          <a:xfrm>
            <a:off x="7196869" y="70757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440D05E-E46A-FC21-4EAD-299CB70F1782}"/>
              </a:ext>
            </a:extLst>
          </p:cNvPr>
          <p:cNvSpPr txBox="1"/>
          <p:nvPr/>
        </p:nvSpPr>
        <p:spPr>
          <a:xfrm>
            <a:off x="8147393" y="707575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8CB53BC-147F-E6D0-8CD2-DD2FD4A55988}"/>
              </a:ext>
            </a:extLst>
          </p:cNvPr>
          <p:cNvSpPr txBox="1"/>
          <p:nvPr/>
        </p:nvSpPr>
        <p:spPr>
          <a:xfrm>
            <a:off x="9136387" y="707575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878FC9E-8BB7-CB05-16AE-0DE52D297704}"/>
              </a:ext>
            </a:extLst>
          </p:cNvPr>
          <p:cNvSpPr/>
          <p:nvPr/>
        </p:nvSpPr>
        <p:spPr>
          <a:xfrm>
            <a:off x="5231701" y="2523588"/>
            <a:ext cx="677489" cy="5781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5901A2D-6449-5BE7-B00A-3CB30D5F02B5}"/>
              </a:ext>
            </a:extLst>
          </p:cNvPr>
          <p:cNvSpPr/>
          <p:nvPr/>
        </p:nvSpPr>
        <p:spPr>
          <a:xfrm>
            <a:off x="7082995" y="2523588"/>
            <a:ext cx="677489" cy="5781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384BD02-B2D8-1947-A335-A82743F6327A}"/>
              </a:ext>
            </a:extLst>
          </p:cNvPr>
          <p:cNvSpPr/>
          <p:nvPr/>
        </p:nvSpPr>
        <p:spPr>
          <a:xfrm>
            <a:off x="4075130" y="4231076"/>
            <a:ext cx="385937" cy="32934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67060F9-87FB-222B-0642-6E3F1E6D96CC}"/>
              </a:ext>
            </a:extLst>
          </p:cNvPr>
          <p:cNvSpPr/>
          <p:nvPr/>
        </p:nvSpPr>
        <p:spPr>
          <a:xfrm>
            <a:off x="6046145" y="4653617"/>
            <a:ext cx="713469" cy="44681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E7B286E-8F24-5843-FEB7-B30DE8DCB7B2}"/>
              </a:ext>
            </a:extLst>
          </p:cNvPr>
          <p:cNvSpPr/>
          <p:nvPr/>
        </p:nvSpPr>
        <p:spPr>
          <a:xfrm>
            <a:off x="8545172" y="1390020"/>
            <a:ext cx="331537" cy="369332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F95BFD20-E2DE-B224-F920-37E18A91E737}"/>
              </a:ext>
            </a:extLst>
          </p:cNvPr>
          <p:cNvSpPr/>
          <p:nvPr/>
        </p:nvSpPr>
        <p:spPr>
          <a:xfrm>
            <a:off x="5469313" y="6314733"/>
            <a:ext cx="317903" cy="289269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F95F4F9-5091-B67E-8588-C9FA75C6B9A8}"/>
              </a:ext>
            </a:extLst>
          </p:cNvPr>
          <p:cNvSpPr/>
          <p:nvPr/>
        </p:nvSpPr>
        <p:spPr>
          <a:xfrm>
            <a:off x="4452859" y="6667216"/>
            <a:ext cx="300870" cy="244775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764981F8-5442-5BE2-D718-0195A60045F3}"/>
              </a:ext>
            </a:extLst>
          </p:cNvPr>
          <p:cNvSpPr/>
          <p:nvPr/>
        </p:nvSpPr>
        <p:spPr>
          <a:xfrm>
            <a:off x="7533498" y="6446917"/>
            <a:ext cx="330533" cy="290223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01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773B4F-0AD9-49F2-85B4-CD957F66437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845" y="232651"/>
            <a:ext cx="91440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55DB32-EAE7-4604-9A94-CAAD6A25B4C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115" y="232651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C91D2E-212B-4870-9E89-E59A80DA9802}"/>
              </a:ext>
            </a:extLst>
          </p:cNvPr>
          <p:cNvSpPr txBox="1"/>
          <p:nvPr/>
        </p:nvSpPr>
        <p:spPr>
          <a:xfrm>
            <a:off x="1762114" y="-1466042"/>
            <a:ext cx="14248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truth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BBE14F-04D7-410E-ABE8-9590A3790A9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845" y="1236173"/>
            <a:ext cx="914400" cy="914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7BE061-A30B-4135-86A5-D20A7B7D049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634" y="1236173"/>
            <a:ext cx="914400" cy="914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8BAD73-FA7E-4D62-B5B1-E5332D5E8817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906" y="2236756"/>
            <a:ext cx="914400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1A6D91-945F-4C20-9155-0AC8C06A558E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640" y="2236756"/>
            <a:ext cx="914400" cy="91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C293C3-AA82-4DB6-984F-1329670FA845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845" y="3233916"/>
            <a:ext cx="914400" cy="914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15C862-ABA0-4375-98C5-946356442A5C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182" y="3233916"/>
            <a:ext cx="914400" cy="914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225E19C-F1A6-451D-9F5B-B78B143D23DF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015" y="4203518"/>
            <a:ext cx="914400" cy="914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C7ADC0B-77DA-463F-B9D5-B4DB02C71615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046" y="4203518"/>
            <a:ext cx="914400" cy="914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822FCB7-922C-4225-9070-0DA54722EAA7}"/>
              </a:ext>
            </a:extLst>
          </p:cNvPr>
          <p:cNvSpPr txBox="1"/>
          <p:nvPr/>
        </p:nvSpPr>
        <p:spPr>
          <a:xfrm>
            <a:off x="3118173" y="-1442596"/>
            <a:ext cx="609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Enet</a:t>
            </a:r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B5B8F69-D534-4391-A37B-A463F304F40A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385" y="232651"/>
            <a:ext cx="914400" cy="9144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106FC90-BC6E-40F3-B1EF-043BA295436A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423" y="1236173"/>
            <a:ext cx="914400" cy="9144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9A5FC1E-33A1-4222-A6DE-B2314467223D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374" y="2236756"/>
            <a:ext cx="914400" cy="9144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6755D19-546E-450C-B6C0-9029F791CCAB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19" y="3233916"/>
            <a:ext cx="914400" cy="9144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CFA6B1B-1718-47C7-A82C-6F10719826C9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077" y="4203518"/>
            <a:ext cx="914400" cy="914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980A87E-9B52-48CA-9473-361EB39C9AAF}"/>
              </a:ext>
            </a:extLst>
          </p:cNvPr>
          <p:cNvSpPr txBox="1"/>
          <p:nvPr/>
        </p:nvSpPr>
        <p:spPr>
          <a:xfrm>
            <a:off x="3982127" y="-1439283"/>
            <a:ext cx="560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FCN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5231236-4544-4C58-A75A-9268A77F3BB4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487" y="232651"/>
            <a:ext cx="914400" cy="9144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F946399-3B66-4625-850E-DF9EA15A3B47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718" y="1239112"/>
            <a:ext cx="914400" cy="914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05167A4-353A-4CC9-92B9-BD0676BBFA6C}"/>
              </a:ext>
            </a:extLst>
          </p:cNvPr>
          <p:cNvPicPr>
            <a:picLocks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614" y="2239695"/>
            <a:ext cx="914400" cy="9144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1383890-7AE2-4914-B3F0-42D96E9D25FC}"/>
              </a:ext>
            </a:extLst>
          </p:cNvPr>
          <p:cNvPicPr>
            <a:picLocks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362" y="3236855"/>
            <a:ext cx="914400" cy="9144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A846B29-3AF6-48DD-93D9-056AC67B97F1}"/>
              </a:ext>
            </a:extLst>
          </p:cNvPr>
          <p:cNvPicPr>
            <a:picLocks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614" y="4206457"/>
            <a:ext cx="914400" cy="9144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19613E3-04FA-44FC-9769-3EC02C07D524}"/>
              </a:ext>
            </a:extLst>
          </p:cNvPr>
          <p:cNvSpPr txBox="1"/>
          <p:nvPr/>
        </p:nvSpPr>
        <p:spPr>
          <a:xfrm>
            <a:off x="7590702" y="-1428338"/>
            <a:ext cx="13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transformer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2EF59ED0-4DC7-4ED0-A9DF-853BBAC1C3F7}"/>
              </a:ext>
            </a:extLst>
          </p:cNvPr>
          <p:cNvPicPr>
            <a:picLocks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614" y="232651"/>
            <a:ext cx="914400" cy="9144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9558A45-546E-4AC8-AD06-D6FD9A9AE0EA}"/>
              </a:ext>
            </a:extLst>
          </p:cNvPr>
          <p:cNvPicPr>
            <a:picLocks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765" y="1236173"/>
            <a:ext cx="914400" cy="9144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693E880-2425-4C4C-B7EC-C6EC821C0021}"/>
              </a:ext>
            </a:extLst>
          </p:cNvPr>
          <p:cNvPicPr>
            <a:picLocks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606" y="2236756"/>
            <a:ext cx="914400" cy="914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2C8FD734-4B22-46C6-9975-259C09F282AB}"/>
              </a:ext>
            </a:extLst>
          </p:cNvPr>
          <p:cNvPicPr>
            <a:picLocks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957" y="3233916"/>
            <a:ext cx="914400" cy="9144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6FB6514-643F-4BCC-AF3B-2B2D2975FFA8}"/>
              </a:ext>
            </a:extLst>
          </p:cNvPr>
          <p:cNvPicPr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903" y="4203518"/>
            <a:ext cx="914400" cy="9144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E24B4523-31C1-4347-BFDF-C073CF734F75}"/>
              </a:ext>
            </a:extLst>
          </p:cNvPr>
          <p:cNvSpPr txBox="1"/>
          <p:nvPr/>
        </p:nvSpPr>
        <p:spPr>
          <a:xfrm>
            <a:off x="4852839" y="-1432470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LRASPP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D4145B65-29D3-4ADF-81F0-9652C1011EF1}"/>
              </a:ext>
            </a:extLst>
          </p:cNvPr>
          <p:cNvPicPr>
            <a:picLocks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959" y="232651"/>
            <a:ext cx="914400" cy="9144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84A5FC8E-EFB7-48B7-A3C2-DC5A872574C9}"/>
              </a:ext>
            </a:extLst>
          </p:cNvPr>
          <p:cNvPicPr>
            <a:picLocks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554" y="1236173"/>
            <a:ext cx="914400" cy="9144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D773C08-DF0F-4356-A1B3-5FF214F387AA}"/>
              </a:ext>
            </a:extLst>
          </p:cNvPr>
          <p:cNvPicPr>
            <a:picLocks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340" y="2236756"/>
            <a:ext cx="914400" cy="9144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977779E7-1CF9-40A0-9BBC-B071E0B6BACD}"/>
              </a:ext>
            </a:extLst>
          </p:cNvPr>
          <p:cNvPicPr>
            <a:picLocks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294" y="3233916"/>
            <a:ext cx="914400" cy="9144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9D3C346D-F049-4039-8B88-21DF38248764}"/>
              </a:ext>
            </a:extLst>
          </p:cNvPr>
          <p:cNvPicPr>
            <a:picLocks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934" y="4203518"/>
            <a:ext cx="914400" cy="914400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A768707A-3F27-4D02-B49B-537F45957DBD}"/>
              </a:ext>
            </a:extLst>
          </p:cNvPr>
          <p:cNvSpPr txBox="1"/>
          <p:nvPr/>
        </p:nvSpPr>
        <p:spPr>
          <a:xfrm>
            <a:off x="5736414" y="-1442596"/>
            <a:ext cx="619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unet</a:t>
            </a:r>
            <a:endParaRPr lang="en-US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25AE5A7B-6F6C-4BB9-ABEB-916313B2AD45}"/>
              </a:ext>
            </a:extLst>
          </p:cNvPr>
          <p:cNvPicPr>
            <a:picLocks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229" y="232651"/>
            <a:ext cx="914400" cy="9144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ED7266CC-FCFC-4C54-B2A9-FFC629EA2CE3}"/>
              </a:ext>
            </a:extLst>
          </p:cNvPr>
          <p:cNvPicPr>
            <a:picLocks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343" y="1236173"/>
            <a:ext cx="914400" cy="91440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418651D5-047B-4111-BD4C-389B8E853C17}"/>
              </a:ext>
            </a:extLst>
          </p:cNvPr>
          <p:cNvPicPr>
            <a:picLocks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074" y="2236756"/>
            <a:ext cx="914400" cy="91440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1F8F778D-53D3-4FAD-BCA3-36524F301505}"/>
              </a:ext>
            </a:extLst>
          </p:cNvPr>
          <p:cNvPicPr>
            <a:picLocks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631" y="3233916"/>
            <a:ext cx="914400" cy="9144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45705C02-59B7-448C-9AA1-243755A37902}"/>
              </a:ext>
            </a:extLst>
          </p:cNvPr>
          <p:cNvPicPr>
            <a:picLocks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965" y="4203518"/>
            <a:ext cx="914400" cy="91440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21FB307C-C593-4823-94D6-C74FE6339BAC}"/>
              </a:ext>
            </a:extLst>
          </p:cNvPr>
          <p:cNvSpPr txBox="1"/>
          <p:nvPr/>
        </p:nvSpPr>
        <p:spPr>
          <a:xfrm>
            <a:off x="6619989" y="-1432470"/>
            <a:ext cx="878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attunet</a:t>
            </a:r>
            <a:endParaRPr lang="en-US" dirty="0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16D7D09F-1486-4908-BD8C-4CE0F69EC2FE}"/>
              </a:ext>
            </a:extLst>
          </p:cNvPr>
          <p:cNvPicPr>
            <a:picLocks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500" y="232651"/>
            <a:ext cx="914400" cy="91440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E507381E-9F58-4A6E-8015-CBD52A0FF040}"/>
              </a:ext>
            </a:extLst>
          </p:cNvPr>
          <p:cNvPicPr>
            <a:picLocks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130" y="1236173"/>
            <a:ext cx="914400" cy="91440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A2F8265E-FDF1-439E-B822-D996DE88F5F2}"/>
              </a:ext>
            </a:extLst>
          </p:cNvPr>
          <p:cNvPicPr>
            <a:picLocks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809" y="2236756"/>
            <a:ext cx="914400" cy="914400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8A66BBB3-F2BC-4C15-8580-2C62EA52FD67}"/>
              </a:ext>
            </a:extLst>
          </p:cNvPr>
          <p:cNvPicPr>
            <a:picLocks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2970" y="3233916"/>
            <a:ext cx="914400" cy="91440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A2FDF0AE-33B5-4B00-8BDF-63E5515BA4AA}"/>
              </a:ext>
            </a:extLst>
          </p:cNvPr>
          <p:cNvPicPr>
            <a:picLocks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995" y="4213592"/>
            <a:ext cx="914400" cy="91440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3DB9DE5-2662-4EB8-BDB3-64333E873291}"/>
              </a:ext>
            </a:extLst>
          </p:cNvPr>
          <p:cNvPicPr>
            <a:picLocks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734" y="5183194"/>
            <a:ext cx="914400" cy="91440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02118E91-5300-486E-AD1E-FC8A3320945A}"/>
              </a:ext>
            </a:extLst>
          </p:cNvPr>
          <p:cNvPicPr>
            <a:picLocks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557" y="5183194"/>
            <a:ext cx="914400" cy="91440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EED0FAB3-385B-4155-A5C3-921F1FEE5B7D}"/>
              </a:ext>
            </a:extLst>
          </p:cNvPr>
          <p:cNvPicPr>
            <a:picLocks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380" y="5183194"/>
            <a:ext cx="914400" cy="91440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C1B8E3EC-45C3-415F-A696-A3BBD4ECBFA7}"/>
              </a:ext>
            </a:extLst>
          </p:cNvPr>
          <p:cNvPicPr>
            <a:picLocks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709" y="5186133"/>
            <a:ext cx="914400" cy="914400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E7DA58D1-D318-4F48-9269-B1FA7BA7BE3D}"/>
              </a:ext>
            </a:extLst>
          </p:cNvPr>
          <p:cNvPicPr>
            <a:picLocks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790" y="5183194"/>
            <a:ext cx="914400" cy="91440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809D8B47-29F6-4698-8D92-C0EB1A9FF638}"/>
              </a:ext>
            </a:extLst>
          </p:cNvPr>
          <p:cNvPicPr>
            <a:picLocks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613" y="5183194"/>
            <a:ext cx="914400" cy="914400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CCA5AE41-7270-45A1-BE09-D4123379B669}"/>
              </a:ext>
            </a:extLst>
          </p:cNvPr>
          <p:cNvPicPr>
            <a:picLocks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436" y="5183194"/>
            <a:ext cx="914400" cy="91440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5190F2AE-571F-426C-B72A-FEE86D9B8095}"/>
              </a:ext>
            </a:extLst>
          </p:cNvPr>
          <p:cNvPicPr>
            <a:picLocks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257" y="5183194"/>
            <a:ext cx="914400" cy="914400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96A770A-5B6E-4E98-B4B5-D3070FEC3BC3}"/>
              </a:ext>
            </a:extLst>
          </p:cNvPr>
          <p:cNvPicPr>
            <a:picLocks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199" y="6180354"/>
            <a:ext cx="914400" cy="914400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38AD6EC8-8BD3-44F0-AA8E-B1993A58CBC1}"/>
              </a:ext>
            </a:extLst>
          </p:cNvPr>
          <p:cNvPicPr>
            <a:picLocks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867" y="6180354"/>
            <a:ext cx="914400" cy="914400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FD1D4180-89A8-45A4-A84E-A74D140A7ED2}"/>
              </a:ext>
            </a:extLst>
          </p:cNvPr>
          <p:cNvPicPr>
            <a:picLocks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7642" y="6180354"/>
            <a:ext cx="914400" cy="914400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9F5F617D-D497-4546-9F59-7569391F05AB}"/>
              </a:ext>
            </a:extLst>
          </p:cNvPr>
          <p:cNvPicPr>
            <a:picLocks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535" y="6180354"/>
            <a:ext cx="914400" cy="914400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4CBC0A76-8369-45F7-B9F4-58BE21A6E1D2}"/>
              </a:ext>
            </a:extLst>
          </p:cNvPr>
          <p:cNvPicPr>
            <a:picLocks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709" y="6183293"/>
            <a:ext cx="914400" cy="914400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AC33CAFD-6284-4949-8920-86B85D70E59E}"/>
              </a:ext>
            </a:extLst>
          </p:cNvPr>
          <p:cNvPicPr>
            <a:picLocks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635" y="6180354"/>
            <a:ext cx="914400" cy="914400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318077BD-D762-4B5F-88B2-0222C3307EBB}"/>
              </a:ext>
            </a:extLst>
          </p:cNvPr>
          <p:cNvPicPr>
            <a:picLocks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303" y="6180354"/>
            <a:ext cx="914400" cy="914400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5DD287C1-3701-45D8-91C5-DDC5E7707909}"/>
              </a:ext>
            </a:extLst>
          </p:cNvPr>
          <p:cNvPicPr>
            <a:picLocks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971" y="6180354"/>
            <a:ext cx="914400" cy="91440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D09433B9-ED29-D48A-E77A-F70626B05C6A}"/>
              </a:ext>
            </a:extLst>
          </p:cNvPr>
          <p:cNvSpPr txBox="1"/>
          <p:nvPr/>
        </p:nvSpPr>
        <p:spPr>
          <a:xfrm>
            <a:off x="2290361" y="707575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6446A68-9111-2F81-6D3C-C01C5E8AC1E1}"/>
              </a:ext>
            </a:extLst>
          </p:cNvPr>
          <p:cNvSpPr txBox="1"/>
          <p:nvPr/>
        </p:nvSpPr>
        <p:spPr>
          <a:xfrm>
            <a:off x="3266533" y="707575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DED9DE-A390-4B16-4398-8EBBDA6D1825}"/>
              </a:ext>
            </a:extLst>
          </p:cNvPr>
          <p:cNvSpPr txBox="1"/>
          <p:nvPr/>
        </p:nvSpPr>
        <p:spPr>
          <a:xfrm>
            <a:off x="4255529" y="707575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2D18CD0-B37F-3BBE-443C-1BAC641DDD4E}"/>
              </a:ext>
            </a:extLst>
          </p:cNvPr>
          <p:cNvSpPr txBox="1"/>
          <p:nvPr/>
        </p:nvSpPr>
        <p:spPr>
          <a:xfrm>
            <a:off x="5231701" y="707575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A85DC82-4EBF-7FA1-17E1-8986B398BCDA}"/>
              </a:ext>
            </a:extLst>
          </p:cNvPr>
          <p:cNvSpPr txBox="1"/>
          <p:nvPr/>
        </p:nvSpPr>
        <p:spPr>
          <a:xfrm>
            <a:off x="6220697" y="707575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BFFB9B8-47AA-133B-94B8-21F0654F6EF4}"/>
              </a:ext>
            </a:extLst>
          </p:cNvPr>
          <p:cNvSpPr txBox="1"/>
          <p:nvPr/>
        </p:nvSpPr>
        <p:spPr>
          <a:xfrm>
            <a:off x="7196869" y="70757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440D05E-E46A-FC21-4EAD-299CB70F1782}"/>
              </a:ext>
            </a:extLst>
          </p:cNvPr>
          <p:cNvSpPr txBox="1"/>
          <p:nvPr/>
        </p:nvSpPr>
        <p:spPr>
          <a:xfrm>
            <a:off x="8147393" y="707575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8CB53BC-147F-E6D0-8CD2-DD2FD4A55988}"/>
              </a:ext>
            </a:extLst>
          </p:cNvPr>
          <p:cNvSpPr txBox="1"/>
          <p:nvPr/>
        </p:nvSpPr>
        <p:spPr>
          <a:xfrm>
            <a:off x="9136387" y="707575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878FC9E-8BB7-CB05-16AE-0DE52D297704}"/>
              </a:ext>
            </a:extLst>
          </p:cNvPr>
          <p:cNvSpPr/>
          <p:nvPr/>
        </p:nvSpPr>
        <p:spPr>
          <a:xfrm>
            <a:off x="5231701" y="2523588"/>
            <a:ext cx="677489" cy="5781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5901A2D-6449-5BE7-B00A-3CB30D5F02B5}"/>
              </a:ext>
            </a:extLst>
          </p:cNvPr>
          <p:cNvSpPr/>
          <p:nvPr/>
        </p:nvSpPr>
        <p:spPr>
          <a:xfrm>
            <a:off x="7082995" y="2523588"/>
            <a:ext cx="677489" cy="5781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384BD02-B2D8-1947-A335-A82743F6327A}"/>
              </a:ext>
            </a:extLst>
          </p:cNvPr>
          <p:cNvSpPr/>
          <p:nvPr/>
        </p:nvSpPr>
        <p:spPr>
          <a:xfrm>
            <a:off x="4075130" y="4231076"/>
            <a:ext cx="385937" cy="329349"/>
          </a:xfrm>
          <a:prstGeom prst="ellipse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67060F9-87FB-222B-0642-6E3F1E6D96CC}"/>
              </a:ext>
            </a:extLst>
          </p:cNvPr>
          <p:cNvSpPr/>
          <p:nvPr/>
        </p:nvSpPr>
        <p:spPr>
          <a:xfrm>
            <a:off x="6046145" y="4653617"/>
            <a:ext cx="713469" cy="446817"/>
          </a:xfrm>
          <a:prstGeom prst="ellipse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E7B286E-8F24-5843-FEB7-B30DE8DCB7B2}"/>
              </a:ext>
            </a:extLst>
          </p:cNvPr>
          <p:cNvSpPr/>
          <p:nvPr/>
        </p:nvSpPr>
        <p:spPr>
          <a:xfrm>
            <a:off x="8545172" y="1390020"/>
            <a:ext cx="331537" cy="369332"/>
          </a:xfrm>
          <a:prstGeom prst="ellipse">
            <a:avLst/>
          </a:prstGeom>
          <a:noFill/>
          <a:ln>
            <a:solidFill>
              <a:srgbClr val="0070C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386DBE-0D6A-4744-CFCD-84C2E36BAE97}"/>
              </a:ext>
            </a:extLst>
          </p:cNvPr>
          <p:cNvSpPr/>
          <p:nvPr/>
        </p:nvSpPr>
        <p:spPr>
          <a:xfrm>
            <a:off x="7576951" y="6486315"/>
            <a:ext cx="277792" cy="23496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4DC02D5-7AAE-5473-D296-3701ECA209AE}"/>
              </a:ext>
            </a:extLst>
          </p:cNvPr>
          <p:cNvSpPr/>
          <p:nvPr/>
        </p:nvSpPr>
        <p:spPr>
          <a:xfrm>
            <a:off x="5496017" y="6368834"/>
            <a:ext cx="277792" cy="23496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71F0DE0-60E9-8D56-4AF4-0423E75303D3}"/>
              </a:ext>
            </a:extLst>
          </p:cNvPr>
          <p:cNvSpPr/>
          <p:nvPr/>
        </p:nvSpPr>
        <p:spPr>
          <a:xfrm>
            <a:off x="4457466" y="6681934"/>
            <a:ext cx="277792" cy="23496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9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112</Words>
  <Application>Microsoft Macintosh PowerPoint</Application>
  <PresentationFormat>Widescreen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TJ Zhang</dc:creator>
  <cp:lastModifiedBy>tj zhang</cp:lastModifiedBy>
  <cp:revision>10</cp:revision>
  <dcterms:created xsi:type="dcterms:W3CDTF">2023-07-18T18:44:56Z</dcterms:created>
  <dcterms:modified xsi:type="dcterms:W3CDTF">2024-01-30T05:06:14Z</dcterms:modified>
</cp:coreProperties>
</file>